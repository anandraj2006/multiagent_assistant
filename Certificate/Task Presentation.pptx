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4" r:id="rId8"/>
    <p:sldId id="265"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E19332-1DF5-4ED2-8573-C0EF910D4F51}" v="3" dt="2026-07-07T11:06:11.164"/>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284" y="2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vastava, Ayush" userId="3885aac1-370d-47c6-8ec0-edd28d7c4c33" providerId="ADAL" clId="{1EB05DFB-542A-4A20-80E4-1DF42A6CA1BE}"/>
    <pc:docChg chg="undo custSel addSld delSld modSld">
      <pc:chgData name="Srivastava, Ayush" userId="3885aac1-370d-47c6-8ec0-edd28d7c4c33" providerId="ADAL" clId="{1EB05DFB-542A-4A20-80E4-1DF42A6CA1BE}" dt="2026-07-08T05:39:35.541" v="210" actId="2696"/>
      <pc:docMkLst>
        <pc:docMk/>
      </pc:docMkLst>
      <pc:sldChg chg="del">
        <pc:chgData name="Srivastava, Ayush" userId="3885aac1-370d-47c6-8ec0-edd28d7c4c33" providerId="ADAL" clId="{1EB05DFB-542A-4A20-80E4-1DF42A6CA1BE}" dt="2026-07-08T05:32:04.091" v="209" actId="2696"/>
        <pc:sldMkLst>
          <pc:docMk/>
          <pc:sldMk cId="168739034" sldId="257"/>
        </pc:sldMkLst>
      </pc:sldChg>
      <pc:sldChg chg="addSp delSp modSp mod">
        <pc:chgData name="Srivastava, Ayush" userId="3885aac1-370d-47c6-8ec0-edd28d7c4c33" providerId="ADAL" clId="{1EB05DFB-542A-4A20-80E4-1DF42A6CA1BE}" dt="2026-07-07T16:56:20.599" v="187" actId="1076"/>
        <pc:sldMkLst>
          <pc:docMk/>
          <pc:sldMk cId="1363718407" sldId="258"/>
        </pc:sldMkLst>
        <pc:spChg chg="mod">
          <ac:chgData name="Srivastava, Ayush" userId="3885aac1-370d-47c6-8ec0-edd28d7c4c33" providerId="ADAL" clId="{1EB05DFB-542A-4A20-80E4-1DF42A6CA1BE}" dt="2026-07-07T10:27:38.833" v="34" actId="26606"/>
          <ac:spMkLst>
            <pc:docMk/>
            <pc:sldMk cId="1363718407" sldId="258"/>
            <ac:spMk id="2" creationId="{1B8DFAA0-A27F-0802-90D5-DC564782E5DE}"/>
          </ac:spMkLst>
        </pc:spChg>
        <pc:spChg chg="add del mod">
          <ac:chgData name="Srivastava, Ayush" userId="3885aac1-370d-47c6-8ec0-edd28d7c4c33" providerId="ADAL" clId="{1EB05DFB-542A-4A20-80E4-1DF42A6CA1BE}" dt="2026-07-07T10:27:38.833" v="35" actId="26606"/>
          <ac:spMkLst>
            <pc:docMk/>
            <pc:sldMk cId="1363718407" sldId="258"/>
            <ac:spMk id="3" creationId="{C4660656-A22E-8FE2-26EF-FAD2E080AA96}"/>
          </ac:spMkLst>
        </pc:spChg>
        <pc:spChg chg="add del">
          <ac:chgData name="Srivastava, Ayush" userId="3885aac1-370d-47c6-8ec0-edd28d7c4c33" providerId="ADAL" clId="{1EB05DFB-542A-4A20-80E4-1DF42A6CA1BE}" dt="2026-07-07T10:27:38.833" v="35" actId="26606"/>
          <ac:spMkLst>
            <pc:docMk/>
            <pc:sldMk cId="1363718407" sldId="258"/>
            <ac:spMk id="8" creationId="{324E43EB-867C-4B35-9A5C-E435157C7297}"/>
          </ac:spMkLst>
        </pc:spChg>
        <pc:spChg chg="add del">
          <ac:chgData name="Srivastava, Ayush" userId="3885aac1-370d-47c6-8ec0-edd28d7c4c33" providerId="ADAL" clId="{1EB05DFB-542A-4A20-80E4-1DF42A6CA1BE}" dt="2026-07-07T10:27:38.833" v="35" actId="26606"/>
          <ac:spMkLst>
            <pc:docMk/>
            <pc:sldMk cId="1363718407" sldId="258"/>
            <ac:spMk id="10" creationId="{A7C0F5DA-B59F-4F13-8BB8-FFD8F2C572BC}"/>
          </ac:spMkLst>
        </pc:spChg>
        <pc:spChg chg="add del">
          <ac:chgData name="Srivastava, Ayush" userId="3885aac1-370d-47c6-8ec0-edd28d7c4c33" providerId="ADAL" clId="{1EB05DFB-542A-4A20-80E4-1DF42A6CA1BE}" dt="2026-07-07T10:27:38.833" v="35" actId="26606"/>
          <ac:spMkLst>
            <pc:docMk/>
            <pc:sldMk cId="1363718407" sldId="258"/>
            <ac:spMk id="12" creationId="{9CEA1DEC-CC9E-4776-9E08-048A15BFA6CA}"/>
          </ac:spMkLst>
        </pc:spChg>
        <pc:spChg chg="add del">
          <ac:chgData name="Srivastava, Ayush" userId="3885aac1-370d-47c6-8ec0-edd28d7c4c33" providerId="ADAL" clId="{1EB05DFB-542A-4A20-80E4-1DF42A6CA1BE}" dt="2026-07-07T10:27:38.833" v="34" actId="26606"/>
          <ac:spMkLst>
            <pc:docMk/>
            <pc:sldMk cId="1363718407" sldId="258"/>
            <ac:spMk id="14" creationId="{9CE399CF-F4B8-4832-A8CB-B93F6B1EF44B}"/>
          </ac:spMkLst>
        </pc:spChg>
        <pc:spChg chg="add del">
          <ac:chgData name="Srivastava, Ayush" userId="3885aac1-370d-47c6-8ec0-edd28d7c4c33" providerId="ADAL" clId="{1EB05DFB-542A-4A20-80E4-1DF42A6CA1BE}" dt="2026-07-07T10:27:38.833" v="35" actId="26606"/>
          <ac:spMkLst>
            <pc:docMk/>
            <pc:sldMk cId="1363718407" sldId="258"/>
            <ac:spMk id="16" creationId="{1F23E73A-FDC8-462C-83C1-3AA8961449CF}"/>
          </ac:spMkLst>
        </pc:spChg>
        <pc:spChg chg="add del">
          <ac:chgData name="Srivastava, Ayush" userId="3885aac1-370d-47c6-8ec0-edd28d7c4c33" providerId="ADAL" clId="{1EB05DFB-542A-4A20-80E4-1DF42A6CA1BE}" dt="2026-07-07T10:27:27.816" v="28" actId="26606"/>
          <ac:spMkLst>
            <pc:docMk/>
            <pc:sldMk cId="1363718407" sldId="258"/>
            <ac:spMk id="21" creationId="{B219AE65-9B94-44EA-BEF3-EF4BFA169C81}"/>
          </ac:spMkLst>
        </pc:spChg>
        <pc:spChg chg="add del">
          <ac:chgData name="Srivastava, Ayush" userId="3885aac1-370d-47c6-8ec0-edd28d7c4c33" providerId="ADAL" clId="{1EB05DFB-542A-4A20-80E4-1DF42A6CA1BE}" dt="2026-07-07T10:27:27.816" v="28" actId="26606"/>
          <ac:spMkLst>
            <pc:docMk/>
            <pc:sldMk cId="1363718407" sldId="258"/>
            <ac:spMk id="23" creationId="{F0C81A57-9CD5-461B-8FFE-4A8CB6CFBE01}"/>
          </ac:spMkLst>
        </pc:spChg>
        <pc:spChg chg="add">
          <ac:chgData name="Srivastava, Ayush" userId="3885aac1-370d-47c6-8ec0-edd28d7c4c33" providerId="ADAL" clId="{1EB05DFB-542A-4A20-80E4-1DF42A6CA1BE}" dt="2026-07-07T10:27:38.833" v="35" actId="26606"/>
          <ac:spMkLst>
            <pc:docMk/>
            <pc:sldMk cId="1363718407" sldId="258"/>
            <ac:spMk id="27" creationId="{9CE399CF-F4B8-4832-A8CB-B93F6B1EF44B}"/>
          </ac:spMkLst>
        </pc:spChg>
        <pc:spChg chg="add del">
          <ac:chgData name="Srivastava, Ayush" userId="3885aac1-370d-47c6-8ec0-edd28d7c4c33" providerId="ADAL" clId="{1EB05DFB-542A-4A20-80E4-1DF42A6CA1BE}" dt="2026-07-07T10:27:30.625" v="30" actId="26606"/>
          <ac:spMkLst>
            <pc:docMk/>
            <pc:sldMk cId="1363718407" sldId="258"/>
            <ac:spMk id="31" creationId="{324E43EB-867C-4B35-9A5C-E435157C7297}"/>
          </ac:spMkLst>
        </pc:spChg>
        <pc:spChg chg="add del">
          <ac:chgData name="Srivastava, Ayush" userId="3885aac1-370d-47c6-8ec0-edd28d7c4c33" providerId="ADAL" clId="{1EB05DFB-542A-4A20-80E4-1DF42A6CA1BE}" dt="2026-07-07T10:27:30.625" v="30" actId="26606"/>
          <ac:spMkLst>
            <pc:docMk/>
            <pc:sldMk cId="1363718407" sldId="258"/>
            <ac:spMk id="32" creationId="{A7C0F5DA-B59F-4F13-8BB8-FFD8F2C572BC}"/>
          </ac:spMkLst>
        </pc:spChg>
        <pc:spChg chg="add del">
          <ac:chgData name="Srivastava, Ayush" userId="3885aac1-370d-47c6-8ec0-edd28d7c4c33" providerId="ADAL" clId="{1EB05DFB-542A-4A20-80E4-1DF42A6CA1BE}" dt="2026-07-07T10:27:30.625" v="30" actId="26606"/>
          <ac:spMkLst>
            <pc:docMk/>
            <pc:sldMk cId="1363718407" sldId="258"/>
            <ac:spMk id="33" creationId="{9CEA1DEC-CC9E-4776-9E08-048A15BFA6CA}"/>
          </ac:spMkLst>
        </pc:spChg>
        <pc:spChg chg="add del">
          <ac:chgData name="Srivastava, Ayush" userId="3885aac1-370d-47c6-8ec0-edd28d7c4c33" providerId="ADAL" clId="{1EB05DFB-542A-4A20-80E4-1DF42A6CA1BE}" dt="2026-07-07T10:27:30.625" v="30" actId="26606"/>
          <ac:spMkLst>
            <pc:docMk/>
            <pc:sldMk cId="1363718407" sldId="258"/>
            <ac:spMk id="34" creationId="{9CE399CF-F4B8-4832-A8CB-B93F6B1EF44B}"/>
          </ac:spMkLst>
        </pc:spChg>
        <pc:spChg chg="add del">
          <ac:chgData name="Srivastava, Ayush" userId="3885aac1-370d-47c6-8ec0-edd28d7c4c33" providerId="ADAL" clId="{1EB05DFB-542A-4A20-80E4-1DF42A6CA1BE}" dt="2026-07-07T10:27:30.625" v="30" actId="26606"/>
          <ac:spMkLst>
            <pc:docMk/>
            <pc:sldMk cId="1363718407" sldId="258"/>
            <ac:spMk id="35" creationId="{1F23E73A-FDC8-462C-83C1-3AA8961449CF}"/>
          </ac:spMkLst>
        </pc:spChg>
        <pc:spChg chg="add del">
          <ac:chgData name="Srivastava, Ayush" userId="3885aac1-370d-47c6-8ec0-edd28d7c4c33" providerId="ADAL" clId="{1EB05DFB-542A-4A20-80E4-1DF42A6CA1BE}" dt="2026-07-07T10:27:34.708" v="32" actId="26606"/>
          <ac:spMkLst>
            <pc:docMk/>
            <pc:sldMk cId="1363718407" sldId="258"/>
            <ac:spMk id="37" creationId="{B219AE65-9B94-44EA-BEF3-EF4BFA169C81}"/>
          </ac:spMkLst>
        </pc:spChg>
        <pc:spChg chg="add del">
          <ac:chgData name="Srivastava, Ayush" userId="3885aac1-370d-47c6-8ec0-edd28d7c4c33" providerId="ADAL" clId="{1EB05DFB-542A-4A20-80E4-1DF42A6CA1BE}" dt="2026-07-07T10:27:34.708" v="32" actId="26606"/>
          <ac:spMkLst>
            <pc:docMk/>
            <pc:sldMk cId="1363718407" sldId="258"/>
            <ac:spMk id="38" creationId="{F0C81A57-9CD5-461B-8FFE-4A8CB6CFBE01}"/>
          </ac:spMkLst>
        </pc:spChg>
        <pc:spChg chg="add del">
          <ac:chgData name="Srivastava, Ayush" userId="3885aac1-370d-47c6-8ec0-edd28d7c4c33" providerId="ADAL" clId="{1EB05DFB-542A-4A20-80E4-1DF42A6CA1BE}" dt="2026-07-07T10:27:38.833" v="34" actId="26606"/>
          <ac:spMkLst>
            <pc:docMk/>
            <pc:sldMk cId="1363718407" sldId="258"/>
            <ac:spMk id="43" creationId="{4DB4846F-6AA5-4DB3-9581-D95F22BD5662}"/>
          </ac:spMkLst>
        </pc:spChg>
        <pc:spChg chg="add del">
          <ac:chgData name="Srivastava, Ayush" userId="3885aac1-370d-47c6-8ec0-edd28d7c4c33" providerId="ADAL" clId="{1EB05DFB-542A-4A20-80E4-1DF42A6CA1BE}" dt="2026-07-07T10:27:38.833" v="34" actId="26606"/>
          <ac:spMkLst>
            <pc:docMk/>
            <pc:sldMk cId="1363718407" sldId="258"/>
            <ac:spMk id="44" creationId="{D54EC22E-2292-4292-A80B-E81DF64BFB26}"/>
          </ac:spMkLst>
        </pc:spChg>
        <pc:spChg chg="add del">
          <ac:chgData name="Srivastava, Ayush" userId="3885aac1-370d-47c6-8ec0-edd28d7c4c33" providerId="ADAL" clId="{1EB05DFB-542A-4A20-80E4-1DF42A6CA1BE}" dt="2026-07-07T10:27:38.833" v="34" actId="26606"/>
          <ac:spMkLst>
            <pc:docMk/>
            <pc:sldMk cId="1363718407" sldId="258"/>
            <ac:spMk id="46" creationId="{A1081473-BB93-49A4-B605-4E2053739770}"/>
          </ac:spMkLst>
        </pc:spChg>
        <pc:spChg chg="add">
          <ac:chgData name="Srivastava, Ayush" userId="3885aac1-370d-47c6-8ec0-edd28d7c4c33" providerId="ADAL" clId="{1EB05DFB-542A-4A20-80E4-1DF42A6CA1BE}" dt="2026-07-07T10:27:38.833" v="35" actId="26606"/>
          <ac:spMkLst>
            <pc:docMk/>
            <pc:sldMk cId="1363718407" sldId="258"/>
            <ac:spMk id="48" creationId="{324E43EB-867C-4B35-9A5C-E435157C7297}"/>
          </ac:spMkLst>
        </pc:spChg>
        <pc:spChg chg="add">
          <ac:chgData name="Srivastava, Ayush" userId="3885aac1-370d-47c6-8ec0-edd28d7c4c33" providerId="ADAL" clId="{1EB05DFB-542A-4A20-80E4-1DF42A6CA1BE}" dt="2026-07-07T10:27:38.833" v="35" actId="26606"/>
          <ac:spMkLst>
            <pc:docMk/>
            <pc:sldMk cId="1363718407" sldId="258"/>
            <ac:spMk id="49" creationId="{A7C0F5DA-B59F-4F13-8BB8-FFD8F2C572BC}"/>
          </ac:spMkLst>
        </pc:spChg>
        <pc:spChg chg="add">
          <ac:chgData name="Srivastava, Ayush" userId="3885aac1-370d-47c6-8ec0-edd28d7c4c33" providerId="ADAL" clId="{1EB05DFB-542A-4A20-80E4-1DF42A6CA1BE}" dt="2026-07-07T10:27:38.833" v="35" actId="26606"/>
          <ac:spMkLst>
            <pc:docMk/>
            <pc:sldMk cId="1363718407" sldId="258"/>
            <ac:spMk id="50" creationId="{9CEA1DEC-CC9E-4776-9E08-048A15BFA6CA}"/>
          </ac:spMkLst>
        </pc:spChg>
        <pc:spChg chg="add">
          <ac:chgData name="Srivastava, Ayush" userId="3885aac1-370d-47c6-8ec0-edd28d7c4c33" providerId="ADAL" clId="{1EB05DFB-542A-4A20-80E4-1DF42A6CA1BE}" dt="2026-07-07T10:27:38.833" v="35" actId="26606"/>
          <ac:spMkLst>
            <pc:docMk/>
            <pc:sldMk cId="1363718407" sldId="258"/>
            <ac:spMk id="51" creationId="{1F23E73A-FDC8-462C-83C1-3AA8961449CF}"/>
          </ac:spMkLst>
        </pc:spChg>
        <pc:spChg chg="mod">
          <ac:chgData name="Srivastava, Ayush" userId="3885aac1-370d-47c6-8ec0-edd28d7c4c33" providerId="ADAL" clId="{1EB05DFB-542A-4A20-80E4-1DF42A6CA1BE}" dt="2026-07-07T16:56:20.599" v="187" actId="1076"/>
          <ac:spMkLst>
            <pc:docMk/>
            <pc:sldMk cId="1363718407" sldId="258"/>
            <ac:spMk id="52" creationId="{C4660656-A22E-8FE2-26EF-FAD2E080AA96}"/>
          </ac:spMkLst>
        </pc:spChg>
        <pc:grpChg chg="add del">
          <ac:chgData name="Srivastava, Ayush" userId="3885aac1-370d-47c6-8ec0-edd28d7c4c33" providerId="ADAL" clId="{1EB05DFB-542A-4A20-80E4-1DF42A6CA1BE}" dt="2026-07-07T10:27:27.816" v="28" actId="26606"/>
          <ac:grpSpMkLst>
            <pc:docMk/>
            <pc:sldMk cId="1363718407" sldId="258"/>
            <ac:grpSpMk id="25" creationId="{3086C462-37F4-494D-8292-CCB95221CC1A}"/>
          </ac:grpSpMkLst>
        </pc:grpChg>
        <pc:grpChg chg="add del">
          <ac:chgData name="Srivastava, Ayush" userId="3885aac1-370d-47c6-8ec0-edd28d7c4c33" providerId="ADAL" clId="{1EB05DFB-542A-4A20-80E4-1DF42A6CA1BE}" dt="2026-07-07T10:27:34.708" v="32" actId="26606"/>
          <ac:grpSpMkLst>
            <pc:docMk/>
            <pc:sldMk cId="1363718407" sldId="258"/>
            <ac:grpSpMk id="39" creationId="{3086C462-37F4-494D-8292-CCB95221CC1A}"/>
          </ac:grpSpMkLst>
        </pc:grpChg>
      </pc:sldChg>
      <pc:sldChg chg="modSp add mod">
        <pc:chgData name="Srivastava, Ayush" userId="3885aac1-370d-47c6-8ec0-edd28d7c4c33" providerId="ADAL" clId="{1EB05DFB-542A-4A20-80E4-1DF42A6CA1BE}" dt="2026-07-07T11:06:04.928" v="142" actId="20577"/>
        <pc:sldMkLst>
          <pc:docMk/>
          <pc:sldMk cId="1363718407" sldId="259"/>
        </pc:sldMkLst>
        <pc:spChg chg="mod">
          <ac:chgData name="Srivastava, Ayush" userId="3885aac1-370d-47c6-8ec0-edd28d7c4c33" providerId="ADAL" clId="{1EB05DFB-542A-4A20-80E4-1DF42A6CA1BE}" dt="2026-07-07T11:06:04.928" v="142" actId="20577"/>
          <ac:spMkLst>
            <pc:docMk/>
            <pc:sldMk cId="1363718407" sldId="259"/>
            <ac:spMk id="70" creationId="{00000000-0000-0000-0000-000000000000}"/>
          </ac:spMkLst>
        </pc:spChg>
        <pc:spChg chg="mod">
          <ac:chgData name="Srivastava, Ayush" userId="3885aac1-370d-47c6-8ec0-edd28d7c4c33" providerId="ADAL" clId="{1EB05DFB-542A-4A20-80E4-1DF42A6CA1BE}" dt="2026-07-07T10:57:50.651" v="96" actId="404"/>
          <ac:spMkLst>
            <pc:docMk/>
            <pc:sldMk cId="1363718407" sldId="259"/>
            <ac:spMk id="71" creationId="{00000000-0000-0000-0000-000000000000}"/>
          </ac:spMkLst>
        </pc:spChg>
        <pc:spChg chg="mod">
          <ac:chgData name="Srivastava, Ayush" userId="3885aac1-370d-47c6-8ec0-edd28d7c4c33" providerId="ADAL" clId="{1EB05DFB-542A-4A20-80E4-1DF42A6CA1BE}" dt="2026-07-07T11:06:00.462" v="140" actId="20577"/>
          <ac:spMkLst>
            <pc:docMk/>
            <pc:sldMk cId="1363718407" sldId="259"/>
            <ac:spMk id="72" creationId="{00000000-0000-0000-0000-000000000000}"/>
          </ac:spMkLst>
        </pc:spChg>
      </pc:sldChg>
      <pc:sldChg chg="modSp add mod">
        <pc:chgData name="Srivastava, Ayush" userId="3885aac1-370d-47c6-8ec0-edd28d7c4c33" providerId="ADAL" clId="{1EB05DFB-542A-4A20-80E4-1DF42A6CA1BE}" dt="2026-07-07T11:17:01.081" v="171" actId="403"/>
        <pc:sldMkLst>
          <pc:docMk/>
          <pc:sldMk cId="1363718407" sldId="260"/>
        </pc:sldMkLst>
        <pc:spChg chg="mod">
          <ac:chgData name="Srivastava, Ayush" userId="3885aac1-370d-47c6-8ec0-edd28d7c4c33" providerId="ADAL" clId="{1EB05DFB-542A-4A20-80E4-1DF42A6CA1BE}" dt="2026-07-07T11:16:21.975" v="165" actId="27636"/>
          <ac:spMkLst>
            <pc:docMk/>
            <pc:sldMk cId="1363718407" sldId="260"/>
            <ac:spMk id="60" creationId="{00000000-0000-0000-0000-000000000000}"/>
          </ac:spMkLst>
        </pc:spChg>
        <pc:spChg chg="mod">
          <ac:chgData name="Srivastava, Ayush" userId="3885aac1-370d-47c6-8ec0-edd28d7c4c33" providerId="ADAL" clId="{1EB05DFB-542A-4A20-80E4-1DF42A6CA1BE}" dt="2026-07-07T11:16:16.040" v="160" actId="123"/>
          <ac:spMkLst>
            <pc:docMk/>
            <pc:sldMk cId="1363718407" sldId="260"/>
            <ac:spMk id="61" creationId="{00000000-0000-0000-0000-000000000000}"/>
          </ac:spMkLst>
        </pc:spChg>
        <pc:spChg chg="mod">
          <ac:chgData name="Srivastava, Ayush" userId="3885aac1-370d-47c6-8ec0-edd28d7c4c33" providerId="ADAL" clId="{1EB05DFB-542A-4A20-80E4-1DF42A6CA1BE}" dt="2026-07-07T11:16:27.521" v="168" actId="404"/>
          <ac:spMkLst>
            <pc:docMk/>
            <pc:sldMk cId="1363718407" sldId="260"/>
            <ac:spMk id="62" creationId="{00000000-0000-0000-0000-000000000000}"/>
          </ac:spMkLst>
        </pc:spChg>
        <pc:spChg chg="mod">
          <ac:chgData name="Srivastava, Ayush" userId="3885aac1-370d-47c6-8ec0-edd28d7c4c33" providerId="ADAL" clId="{1EB05DFB-542A-4A20-80E4-1DF42A6CA1BE}" dt="2026-07-07T11:16:30.393" v="169" actId="403"/>
          <ac:spMkLst>
            <pc:docMk/>
            <pc:sldMk cId="1363718407" sldId="260"/>
            <ac:spMk id="80" creationId="{00000000-0000-0000-0000-000000000000}"/>
          </ac:spMkLst>
        </pc:spChg>
        <pc:spChg chg="mod">
          <ac:chgData name="Srivastava, Ayush" userId="3885aac1-370d-47c6-8ec0-edd28d7c4c33" providerId="ADAL" clId="{1EB05DFB-542A-4A20-80E4-1DF42A6CA1BE}" dt="2026-07-07T11:17:01.081" v="171" actId="403"/>
          <ac:spMkLst>
            <pc:docMk/>
            <pc:sldMk cId="1363718407" sldId="260"/>
            <ac:spMk id="81" creationId="{00000000-0000-0000-0000-000000000000}"/>
          </ac:spMkLst>
        </pc:spChg>
      </pc:sldChg>
      <pc:sldChg chg="modSp add mod">
        <pc:chgData name="Srivastava, Ayush" userId="3885aac1-370d-47c6-8ec0-edd28d7c4c33" providerId="ADAL" clId="{1EB05DFB-542A-4A20-80E4-1DF42A6CA1BE}" dt="2026-07-07T15:16:26.762" v="173" actId="26606"/>
        <pc:sldMkLst>
          <pc:docMk/>
          <pc:sldMk cId="1363718407" sldId="261"/>
        </pc:sldMkLst>
        <pc:picChg chg="mod">
          <ac:chgData name="Srivastava, Ayush" userId="3885aac1-370d-47c6-8ec0-edd28d7c4c33" providerId="ADAL" clId="{1EB05DFB-542A-4A20-80E4-1DF42A6CA1BE}" dt="2026-07-07T15:16:26.762" v="173" actId="26606"/>
          <ac:picMkLst>
            <pc:docMk/>
            <pc:sldMk cId="1363718407" sldId="261"/>
            <ac:picMk id="102" creationId="{00000000-0000-0000-0000-000000000000}"/>
          </ac:picMkLst>
        </pc:picChg>
        <pc:picChg chg="mod">
          <ac:chgData name="Srivastava, Ayush" userId="3885aac1-370d-47c6-8ec0-edd28d7c4c33" providerId="ADAL" clId="{1EB05DFB-542A-4A20-80E4-1DF42A6CA1BE}" dt="2026-07-07T15:16:26.762" v="173" actId="26606"/>
          <ac:picMkLst>
            <pc:docMk/>
            <pc:sldMk cId="1363718407" sldId="261"/>
            <ac:picMk id="107" creationId="{00000000-0000-0000-0000-000000000000}"/>
          </ac:picMkLst>
        </pc:picChg>
        <pc:picChg chg="mod">
          <ac:chgData name="Srivastava, Ayush" userId="3885aac1-370d-47c6-8ec0-edd28d7c4c33" providerId="ADAL" clId="{1EB05DFB-542A-4A20-80E4-1DF42A6CA1BE}" dt="2026-07-07T15:16:26.762" v="173" actId="26606"/>
          <ac:picMkLst>
            <pc:docMk/>
            <pc:sldMk cId="1363718407" sldId="261"/>
            <ac:picMk id="112" creationId="{00000000-0000-0000-0000-000000000000}"/>
          </ac:picMkLst>
        </pc:picChg>
        <pc:picChg chg="mod">
          <ac:chgData name="Srivastava, Ayush" userId="3885aac1-370d-47c6-8ec0-edd28d7c4c33" providerId="ADAL" clId="{1EB05DFB-542A-4A20-80E4-1DF42A6CA1BE}" dt="2026-07-07T15:16:26.762" v="173" actId="26606"/>
          <ac:picMkLst>
            <pc:docMk/>
            <pc:sldMk cId="1363718407" sldId="261"/>
            <ac:picMk id="117" creationId="{00000000-0000-0000-0000-000000000000}"/>
          </ac:picMkLst>
        </pc:picChg>
        <pc:picChg chg="mod">
          <ac:chgData name="Srivastava, Ayush" userId="3885aac1-370d-47c6-8ec0-edd28d7c4c33" providerId="ADAL" clId="{1EB05DFB-542A-4A20-80E4-1DF42A6CA1BE}" dt="2026-07-07T15:16:26.762" v="173" actId="26606"/>
          <ac:picMkLst>
            <pc:docMk/>
            <pc:sldMk cId="1363718407" sldId="261"/>
            <ac:picMk id="122" creationId="{00000000-0000-0000-0000-000000000000}"/>
          </ac:picMkLst>
        </pc:picChg>
      </pc:sldChg>
      <pc:sldChg chg="modSp add mod">
        <pc:chgData name="Srivastava, Ayush" userId="3885aac1-370d-47c6-8ec0-edd28d7c4c33" providerId="ADAL" clId="{1EB05DFB-542A-4A20-80E4-1DF42A6CA1BE}" dt="2026-07-07T15:16:26.843" v="175" actId="27636"/>
        <pc:sldMkLst>
          <pc:docMk/>
          <pc:sldMk cId="1363718407" sldId="262"/>
        </pc:sldMkLst>
        <pc:spChg chg="mod">
          <ac:chgData name="Srivastava, Ayush" userId="3885aac1-370d-47c6-8ec0-edd28d7c4c33" providerId="ADAL" clId="{1EB05DFB-542A-4A20-80E4-1DF42A6CA1BE}" dt="2026-07-07T15:16:26.837" v="174" actId="27636"/>
          <ac:spMkLst>
            <pc:docMk/>
            <pc:sldMk cId="1363718407" sldId="262"/>
            <ac:spMk id="100" creationId="{00000000-0000-0000-0000-000000000000}"/>
          </ac:spMkLst>
        </pc:spChg>
        <pc:spChg chg="mod">
          <ac:chgData name="Srivastava, Ayush" userId="3885aac1-370d-47c6-8ec0-edd28d7c4c33" providerId="ADAL" clId="{1EB05DFB-542A-4A20-80E4-1DF42A6CA1BE}" dt="2026-07-07T15:16:26.843" v="175" actId="27636"/>
          <ac:spMkLst>
            <pc:docMk/>
            <pc:sldMk cId="1363718407" sldId="262"/>
            <ac:spMk id="101" creationId="{00000000-0000-0000-0000-000000000000}"/>
          </ac:spMkLst>
        </pc:spChg>
      </pc:sldChg>
      <pc:sldChg chg="add del">
        <pc:chgData name="Srivastava, Ayush" userId="3885aac1-370d-47c6-8ec0-edd28d7c4c33" providerId="ADAL" clId="{1EB05DFB-542A-4A20-80E4-1DF42A6CA1BE}" dt="2026-07-08T05:39:35.541" v="210" actId="2696"/>
        <pc:sldMkLst>
          <pc:docMk/>
          <pc:sldMk cId="1363718407" sldId="263"/>
        </pc:sldMkLst>
      </pc:sldChg>
      <pc:sldChg chg="modSp add mod">
        <pc:chgData name="Srivastava, Ayush" userId="3885aac1-370d-47c6-8ec0-edd28d7c4c33" providerId="ADAL" clId="{1EB05DFB-542A-4A20-80E4-1DF42A6CA1BE}" dt="2026-07-07T15:46:02.483" v="178" actId="27636"/>
        <pc:sldMkLst>
          <pc:docMk/>
          <pc:sldMk cId="1363718407" sldId="264"/>
        </pc:sldMkLst>
        <pc:spChg chg="mod">
          <ac:chgData name="Srivastava, Ayush" userId="3885aac1-370d-47c6-8ec0-edd28d7c4c33" providerId="ADAL" clId="{1EB05DFB-542A-4A20-80E4-1DF42A6CA1BE}" dt="2026-07-07T15:46:02.468" v="177" actId="27636"/>
          <ac:spMkLst>
            <pc:docMk/>
            <pc:sldMk cId="1363718407" sldId="264"/>
            <ac:spMk id="100" creationId="{00000000-0000-0000-0000-000000000000}"/>
          </ac:spMkLst>
        </pc:spChg>
        <pc:spChg chg="mod">
          <ac:chgData name="Srivastava, Ayush" userId="3885aac1-370d-47c6-8ec0-edd28d7c4c33" providerId="ADAL" clId="{1EB05DFB-542A-4A20-80E4-1DF42A6CA1BE}" dt="2026-07-07T15:46:02.483" v="178" actId="27636"/>
          <ac:spMkLst>
            <pc:docMk/>
            <pc:sldMk cId="1363718407" sldId="264"/>
            <ac:spMk id="101" creationId="{00000000-0000-0000-0000-000000000000}"/>
          </ac:spMkLst>
        </pc:spChg>
      </pc:sldChg>
      <pc:sldChg chg="modSp add mod">
        <pc:chgData name="Srivastava, Ayush" userId="3885aac1-370d-47c6-8ec0-edd28d7c4c33" providerId="ADAL" clId="{1EB05DFB-542A-4A20-80E4-1DF42A6CA1BE}" dt="2026-07-08T05:00:45.522" v="188" actId="26606"/>
        <pc:sldMkLst>
          <pc:docMk/>
          <pc:sldMk cId="1363718407" sldId="265"/>
        </pc:sldMkLst>
        <pc:picChg chg="mod">
          <ac:chgData name="Srivastava, Ayush" userId="3885aac1-370d-47c6-8ec0-edd28d7c4c33" providerId="ADAL" clId="{1EB05DFB-542A-4A20-80E4-1DF42A6CA1BE}" dt="2026-07-08T05:00:45.522" v="188" actId="26606"/>
          <ac:picMkLst>
            <pc:docMk/>
            <pc:sldMk cId="1363718407" sldId="265"/>
            <ac:picMk id="102" creationId="{00000000-0000-0000-0000-000000000000}"/>
          </ac:picMkLst>
        </pc:picChg>
        <pc:picChg chg="mod">
          <ac:chgData name="Srivastava, Ayush" userId="3885aac1-370d-47c6-8ec0-edd28d7c4c33" providerId="ADAL" clId="{1EB05DFB-542A-4A20-80E4-1DF42A6CA1BE}" dt="2026-07-08T05:00:45.522" v="188" actId="26606"/>
          <ac:picMkLst>
            <pc:docMk/>
            <pc:sldMk cId="1363718407" sldId="265"/>
            <ac:picMk id="107" creationId="{00000000-0000-0000-0000-000000000000}"/>
          </ac:picMkLst>
        </pc:picChg>
      </pc:sldChg>
      <pc:sldChg chg="modSp add mod">
        <pc:chgData name="Srivastava, Ayush" userId="3885aac1-370d-47c6-8ec0-edd28d7c4c33" providerId="ADAL" clId="{1EB05DFB-542A-4A20-80E4-1DF42A6CA1BE}" dt="2026-07-08T05:01:33.812" v="208" actId="20577"/>
        <pc:sldMkLst>
          <pc:docMk/>
          <pc:sldMk cId="891352569" sldId="266"/>
        </pc:sldMkLst>
        <pc:spChg chg="mod">
          <ac:chgData name="Srivastava, Ayush" userId="3885aac1-370d-47c6-8ec0-edd28d7c4c33" providerId="ADAL" clId="{1EB05DFB-542A-4A20-80E4-1DF42A6CA1BE}" dt="2026-07-08T05:01:33.812" v="208" actId="20577"/>
          <ac:spMkLst>
            <pc:docMk/>
            <pc:sldMk cId="891352569" sldId="266"/>
            <ac:spMk id="2" creationId="{5F783A8A-1F74-7AE4-53F1-A99BD62E07E8}"/>
          </ac:spMkLst>
        </pc:spChg>
        <pc:spChg chg="mod">
          <ac:chgData name="Srivastava, Ayush" userId="3885aac1-370d-47c6-8ec0-edd28d7c4c33" providerId="ADAL" clId="{1EB05DFB-542A-4A20-80E4-1DF42A6CA1BE}" dt="2026-07-08T05:00:45.567" v="189" actId="27636"/>
          <ac:spMkLst>
            <pc:docMk/>
            <pc:sldMk cId="891352569" sldId="266"/>
            <ac:spMk id="3" creationId="{D5CB91A2-4AAE-C134-EACD-29B470F1876A}"/>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C69F8B6-3C07-4A6D-9438-F4B320A8A9DC}" type="datetimeFigureOut">
              <a:rPr lang="en-US" smtClean="0"/>
              <a:t>7/7/2026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Slide Number Placeholder 5"/>
          <p:cNvSpPr>
            <a:spLocks noGrp="1"/>
          </p:cNvSpPr>
          <p:nvPr>
            <p:ph type="sldNum" sz="quarter" idx="12"/>
          </p:nvPr>
        </p:nvSpPr>
        <p:spPr>
          <a:xfrm>
            <a:off x="10352540" y="295729"/>
            <a:ext cx="838199" cy="767687"/>
          </a:xfrm>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3116382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69F8B6-3C07-4A6D-9438-F4B320A8A9DC}"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2503517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69F8B6-3C07-4A6D-9438-F4B320A8A9DC}"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2419701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69F8B6-3C07-4A6D-9438-F4B320A8A9DC}"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3711304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69F8B6-3C07-4A6D-9438-F4B320A8A9DC}"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372463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69F8B6-3C07-4A6D-9438-F4B320A8A9DC}"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2244527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69F8B6-3C07-4A6D-9438-F4B320A8A9DC}"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4035518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69F8B6-3C07-4A6D-9438-F4B320A8A9DC}"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1683507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69F8B6-3C07-4A6D-9438-F4B320A8A9DC}"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2968640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69F8B6-3C07-4A6D-9438-F4B320A8A9DC}"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1713198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txBody>
            <a:bodyPr/>
            <a:lstStyle/>
            <a:p>
              <a:endParaRPr lang="en-US"/>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C69F8B6-3C07-4A6D-9438-F4B320A8A9DC}"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107942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C69F8B6-3C07-4A6D-9438-F4B320A8A9DC}"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1397567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69F8B6-3C07-4A6D-9438-F4B320A8A9DC}"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1157585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C69F8B6-3C07-4A6D-9438-F4B320A8A9DC}"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1355389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C69F8B6-3C07-4A6D-9438-F4B320A8A9DC}" type="datetimeFigureOut">
              <a:rPr lang="en-US" smtClean="0"/>
              <a:t>7/7/2026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2558228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C69F8B6-3C07-4A6D-9438-F4B320A8A9DC}"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3609565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C69F8B6-3C07-4A6D-9438-F4B320A8A9DC}"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ACDCFBD5-F5FF-4EF8-960F-36E445A5B984}" type="slidenum">
              <a:rPr lang="en-US" smtClean="0"/>
              <a:t>‹#›</a:t>
            </a:fld>
            <a:endParaRPr lang="en-US"/>
          </a:p>
        </p:txBody>
      </p:sp>
    </p:spTree>
    <p:extLst>
      <p:ext uri="{BB962C8B-B14F-4D97-AF65-F5344CB8AC3E}">
        <p14:creationId xmlns:p14="http://schemas.microsoft.com/office/powerpoint/2010/main" val="4201707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C69F8B6-3C07-4A6D-9438-F4B320A8A9DC}" type="datetimeFigureOut">
              <a:rPr lang="en-US" smtClean="0"/>
              <a:t>7/7/2026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CDCFBD5-F5FF-4EF8-960F-36E445A5B984}" type="slidenum">
              <a:rPr lang="en-US" smtClean="0"/>
              <a:t>‹#›</a:t>
            </a:fld>
            <a:endParaRPr lang="en-US"/>
          </a:p>
        </p:txBody>
      </p:sp>
    </p:spTree>
    <p:extLst>
      <p:ext uri="{BB962C8B-B14F-4D97-AF65-F5344CB8AC3E}">
        <p14:creationId xmlns:p14="http://schemas.microsoft.com/office/powerpoint/2010/main" val="1371585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D22D1B95-2B54-43E9-85D9-B489F6C5D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0" name="Freeform 5">
            <a:extLst>
              <a:ext uri="{FF2B5EF4-FFF2-40B4-BE49-F238E27FC236}">
                <a16:creationId xmlns:a16="http://schemas.microsoft.com/office/drawing/2014/main" id="{7D0F3F6D-A49D-4406-8D61-1C4F8D792F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a:extLst>
              <a:ext uri="{FF2B5EF4-FFF2-40B4-BE49-F238E27FC236}">
                <a16:creationId xmlns:a16="http://schemas.microsoft.com/office/drawing/2014/main" id="{D953A318-DA8D-4405-9536-D889E45C5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4" name="Rectangle 13">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F783A8A-1F74-7AE4-53F1-A99BD62E07E8}"/>
              </a:ext>
            </a:extLst>
          </p:cNvPr>
          <p:cNvSpPr>
            <a:spLocks noGrp="1"/>
          </p:cNvSpPr>
          <p:nvPr>
            <p:ph type="ctrTitle"/>
          </p:nvPr>
        </p:nvSpPr>
        <p:spPr>
          <a:xfrm>
            <a:off x="1683171" y="1143000"/>
            <a:ext cx="8825658" cy="3389217"/>
          </a:xfrm>
        </p:spPr>
        <p:txBody>
          <a:bodyPr anchor="ctr">
            <a:normAutofit/>
          </a:bodyPr>
          <a:lstStyle/>
          <a:p>
            <a:pPr algn="ctr"/>
            <a:r>
              <a:rPr lang="en-US" sz="2800" dirty="0">
                <a:solidFill>
                  <a:srgbClr val="FFFFFF"/>
                </a:solidFill>
              </a:rPr>
              <a:t>Internship Learning Presentation</a:t>
            </a:r>
            <a:br>
              <a:rPr lang="en-US" sz="2800" dirty="0">
                <a:solidFill>
                  <a:srgbClr val="FFFFFF"/>
                </a:solidFill>
              </a:rPr>
            </a:br>
            <a:r>
              <a:rPr lang="en-US" sz="2800" dirty="0">
                <a:solidFill>
                  <a:srgbClr val="FFFFFF"/>
                </a:solidFill>
              </a:rPr>
              <a:t>on</a:t>
            </a:r>
            <a:br>
              <a:rPr lang="en-US" sz="4800" dirty="0">
                <a:solidFill>
                  <a:srgbClr val="FFFFFF"/>
                </a:solidFill>
              </a:rPr>
            </a:br>
            <a:r>
              <a:rPr lang="en-US" sz="4800" b="1" dirty="0">
                <a:solidFill>
                  <a:srgbClr val="FFFFFF"/>
                </a:solidFill>
              </a:rPr>
              <a:t>Enterprise Automation Framework using Playwright</a:t>
            </a:r>
          </a:p>
        </p:txBody>
      </p:sp>
      <p:sp>
        <p:nvSpPr>
          <p:cNvPr id="3" name="Subtitle 2">
            <a:extLst>
              <a:ext uri="{FF2B5EF4-FFF2-40B4-BE49-F238E27FC236}">
                <a16:creationId xmlns:a16="http://schemas.microsoft.com/office/drawing/2014/main" id="{D5CB91A2-4AAE-C134-EACD-29B470F1876A}"/>
              </a:ext>
            </a:extLst>
          </p:cNvPr>
          <p:cNvSpPr>
            <a:spLocks noGrp="1"/>
          </p:cNvSpPr>
          <p:nvPr>
            <p:ph type="subTitle" idx="1"/>
          </p:nvPr>
        </p:nvSpPr>
        <p:spPr>
          <a:xfrm>
            <a:off x="1683171" y="5240850"/>
            <a:ext cx="8825658" cy="997865"/>
          </a:xfrm>
        </p:spPr>
        <p:txBody>
          <a:bodyPr>
            <a:normAutofit lnSpcReduction="10000"/>
          </a:bodyPr>
          <a:lstStyle/>
          <a:p>
            <a:pPr algn="ctr">
              <a:spcBef>
                <a:spcPts val="500"/>
              </a:spcBef>
            </a:pPr>
            <a:r>
              <a:rPr lang="en-US" sz="3500" dirty="0">
                <a:solidFill>
                  <a:schemeClr val="tx1"/>
                </a:solidFill>
              </a:rPr>
              <a:t>Ayush Srivastava</a:t>
            </a:r>
          </a:p>
          <a:p>
            <a:pPr algn="ctr">
              <a:spcBef>
                <a:spcPts val="500"/>
              </a:spcBef>
            </a:pPr>
            <a:r>
              <a:rPr lang="en-US" sz="2200" dirty="0">
                <a:solidFill>
                  <a:schemeClr val="tx1"/>
                </a:solidFill>
              </a:rPr>
              <a:t>(</a:t>
            </a:r>
            <a:r>
              <a:rPr lang="en-US" sz="1700" dirty="0">
                <a:solidFill>
                  <a:schemeClr val="tx1"/>
                </a:solidFill>
              </a:rPr>
              <a:t>Custom Software Engineering Associate</a:t>
            </a:r>
            <a:r>
              <a:rPr lang="en-US" sz="2200" dirty="0">
                <a:solidFill>
                  <a:schemeClr val="tx1"/>
                </a:solidFill>
              </a:rPr>
              <a:t>)</a:t>
            </a:r>
            <a:endParaRPr lang="en-US" dirty="0">
              <a:solidFill>
                <a:schemeClr val="tx1"/>
              </a:solidFill>
            </a:endParaRPr>
          </a:p>
        </p:txBody>
      </p:sp>
    </p:spTree>
    <p:extLst>
      <p:ext uri="{BB962C8B-B14F-4D97-AF65-F5344CB8AC3E}">
        <p14:creationId xmlns:p14="http://schemas.microsoft.com/office/powerpoint/2010/main" val="891352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50"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5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B8DFAA0-A27F-0802-90D5-DC564782E5DE}"/>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Project Statement</a:t>
            </a:r>
            <a:endParaRPr lang="en-US" sz="3200" dirty="0">
              <a:solidFill>
                <a:srgbClr val="EBEBEB"/>
              </a:solidFill>
            </a:endParaRPr>
          </a:p>
        </p:txBody>
      </p:sp>
      <p:sp>
        <p:nvSpPr>
          <p:cNvPr id="52" name="Content Placeholder 2">
            <a:extLst>
              <a:ext uri="{FF2B5EF4-FFF2-40B4-BE49-F238E27FC236}">
                <a16:creationId xmlns:a16="http://schemas.microsoft.com/office/drawing/2014/main" id="{C4660656-A22E-8FE2-26EF-FAD2E080AA96}"/>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5695299" y="1177760"/>
            <a:ext cx="5502614" cy="4502477"/>
          </a:xfrm>
        </p:spPr>
        <p:txBody>
          <a:bodyPr>
            <a:normAutofit lnSpcReduction="10000"/>
          </a:bodyPr>
          <a:lstStyle/>
          <a:p>
            <a:pPr marL="0" indent="0" algn="just">
              <a:spcBef>
                <a:spcPts val="2500"/>
              </a:spcBef>
              <a:buFont typeface="Arial" panose="020B0604020202020204" pitchFamily="34" charset="0"/>
              <a:buNone/>
            </a:pPr>
            <a:r>
              <a:rPr lang="en-US" sz="1400" b="1" dirty="0"/>
              <a:t>Problem Statement​</a:t>
            </a:r>
          </a:p>
          <a:p>
            <a:pPr marL="0" lvl="1" indent="0" algn="just">
              <a:buFont typeface="Arial" panose="020B0604020202020204" pitchFamily="34" charset="0"/>
              <a:buNone/>
            </a:pPr>
            <a:r>
              <a:rPr lang="en-US" sz="1400" dirty="0"/>
              <a:t>The Technology Support request process involved multiple manual interactions through Accenture Support Portal. Repetitive navigation, form filling and browser specific behavior made the process time consuming and difficult to validate consistently.</a:t>
            </a:r>
          </a:p>
          <a:p>
            <a:pPr marL="0" indent="0" algn="just">
              <a:spcBef>
                <a:spcPts val="2500"/>
              </a:spcBef>
              <a:buFont typeface="Arial" panose="020B0604020202020204" pitchFamily="34" charset="0"/>
              <a:buNone/>
            </a:pPr>
            <a:r>
              <a:rPr lang="en-US" sz="1400" b="1" dirty="0"/>
              <a:t>Scope of Automation</a:t>
            </a:r>
          </a:p>
          <a:p>
            <a:pPr marL="285750" lvl="1" algn="just"/>
            <a:r>
              <a:rPr lang="en-US" sz="1400" dirty="0"/>
              <a:t>Navigate through the Accenture Support Portal.</a:t>
            </a:r>
          </a:p>
          <a:p>
            <a:pPr marL="285750" lvl="1" algn="just"/>
            <a:r>
              <a:rPr lang="en-US" sz="1400" dirty="0"/>
              <a:t>Handle enterprise authentication and browser session management.</a:t>
            </a:r>
          </a:p>
          <a:p>
            <a:pPr marL="285750" lvl="1" algn="just"/>
            <a:r>
              <a:rPr lang="en-US" sz="1400" dirty="0"/>
              <a:t>Automate the Technology Support ticket creation workflow.</a:t>
            </a:r>
          </a:p>
          <a:p>
            <a:pPr marL="285750" lvl="1" algn="just"/>
            <a:r>
              <a:rPr lang="en-US" sz="1400" dirty="0"/>
              <a:t>Support execution across Microsoft Edge, Google Chrome, and Mozilla Firefox.</a:t>
            </a:r>
          </a:p>
          <a:p>
            <a:pPr marL="285750" lvl="1" algn="just"/>
            <a:r>
              <a:rPr lang="en-US" sz="1400" dirty="0"/>
              <a:t>Improve framework maintainability and execution reliability.​</a:t>
            </a:r>
          </a:p>
        </p:txBody>
      </p:sp>
    </p:spTree>
    <p:extLst>
      <p:ext uri="{BB962C8B-B14F-4D97-AF65-F5344CB8AC3E}">
        <p14:creationId xmlns:p14="http://schemas.microsoft.com/office/powerpoint/2010/main" val="1363718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50"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5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B8DFAA0-A27F-0802-90D5-DC564782E5DE}"/>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Framework Evolution</a:t>
            </a:r>
          </a:p>
        </p:txBody>
      </p:sp>
      <p:cxnSp>
        <p:nvCxnSpPr>
          <p:cNvPr id="60" name="Timeline Connector"/>
          <p:cNvCxnSpPr/>
          <p:nvPr/>
        </p:nvCxnSpPr>
        <p:spPr>
          <a:xfrm>
            <a:off x="6150000" y="1900000"/>
            <a:ext cx="4850000" cy="0"/>
          </a:xfrm>
          <a:prstGeom prst="straightConnector1">
            <a:avLst/>
          </a:prstGeom>
          <a:ln w="28575">
            <a:solidFill>
              <a:srgbClr val="B31166"/>
            </a:solidFill>
            <a:tailEnd type="triangle"/>
          </a:ln>
        </p:spPr>
        <p:style>
          <a:lnRef idx="1">
            <a:schemeClr val="accent1"/>
          </a:lnRef>
          <a:fillRef idx="0">
            <a:schemeClr val="accent1"/>
          </a:fillRef>
          <a:effectRef idx="0">
            <a:schemeClr val="accent1"/>
          </a:effectRef>
          <a:fontRef idx="minor"/>
        </p:style>
      </p:cxnSp>
      <p:sp>
        <p:nvSpPr>
          <p:cNvPr id="61" name="Node 1"/>
          <p:cNvSpPr/>
          <p:nvPr/>
        </p:nvSpPr>
        <p:spPr>
          <a:xfrm>
            <a:off x="5870000" y="1620000"/>
            <a:ext cx="560000" cy="560000"/>
          </a:xfrm>
          <a:prstGeom prst="ellipse">
            <a:avLst/>
          </a:prstGeom>
          <a:solidFill>
            <a:srgbClr val="B31166"/>
          </a:solidFill>
          <a:ln>
            <a:noFill/>
          </a:ln>
        </p:spPr>
        <p:txBody>
          <a:bodyPr rtlCol="0" anchor="ctr"/>
          <a:lstStyle/>
          <a:p>
            <a:pPr algn="ctr"/>
            <a:r>
              <a:rPr lang="en-US" sz="1400" b="1">
                <a:solidFill>
                  <a:srgbClr val="FFFFFF"/>
                </a:solidFill>
              </a:rPr>
              <a:t>1</a:t>
            </a:r>
          </a:p>
        </p:txBody>
      </p:sp>
      <p:sp>
        <p:nvSpPr>
          <p:cNvPr id="62" name="Node 2"/>
          <p:cNvSpPr/>
          <p:nvPr/>
        </p:nvSpPr>
        <p:spPr>
          <a:xfrm>
            <a:off x="7486666" y="1620000"/>
            <a:ext cx="560000" cy="560000"/>
          </a:xfrm>
          <a:prstGeom prst="ellipse">
            <a:avLst/>
          </a:prstGeom>
          <a:solidFill>
            <a:srgbClr val="E33D6F"/>
          </a:solidFill>
          <a:ln>
            <a:noFill/>
          </a:ln>
        </p:spPr>
        <p:txBody>
          <a:bodyPr rtlCol="0" anchor="ctr"/>
          <a:lstStyle/>
          <a:p>
            <a:pPr algn="ctr"/>
            <a:r>
              <a:rPr lang="en-US" sz="1400" b="1">
                <a:solidFill>
                  <a:srgbClr val="FFFFFF"/>
                </a:solidFill>
              </a:rPr>
              <a:t>2</a:t>
            </a:r>
          </a:p>
        </p:txBody>
      </p:sp>
      <p:sp>
        <p:nvSpPr>
          <p:cNvPr id="63" name="Node 3"/>
          <p:cNvSpPr/>
          <p:nvPr/>
        </p:nvSpPr>
        <p:spPr>
          <a:xfrm>
            <a:off x="9103333" y="1620000"/>
            <a:ext cx="560000" cy="560000"/>
          </a:xfrm>
          <a:prstGeom prst="ellipse">
            <a:avLst/>
          </a:prstGeom>
          <a:solidFill>
            <a:srgbClr val="9B6BF2"/>
          </a:solidFill>
          <a:ln>
            <a:noFill/>
          </a:ln>
        </p:spPr>
        <p:txBody>
          <a:bodyPr rtlCol="0" anchor="ctr"/>
          <a:lstStyle/>
          <a:p>
            <a:pPr algn="ctr"/>
            <a:r>
              <a:rPr lang="en-US" sz="1400" b="1">
                <a:solidFill>
                  <a:srgbClr val="FFFFFF"/>
                </a:solidFill>
              </a:rPr>
              <a:t>3</a:t>
            </a:r>
          </a:p>
        </p:txBody>
      </p:sp>
      <p:sp>
        <p:nvSpPr>
          <p:cNvPr id="64" name="Node 4"/>
          <p:cNvSpPr/>
          <p:nvPr/>
        </p:nvSpPr>
        <p:spPr>
          <a:xfrm>
            <a:off x="10720000" y="1620000"/>
            <a:ext cx="560000" cy="560000"/>
          </a:xfrm>
          <a:prstGeom prst="ellipse">
            <a:avLst/>
          </a:prstGeom>
          <a:solidFill>
            <a:srgbClr val="3B3059"/>
          </a:solidFill>
          <a:ln>
            <a:noFill/>
          </a:ln>
        </p:spPr>
        <p:txBody>
          <a:bodyPr rtlCol="0" anchor="ctr"/>
          <a:lstStyle/>
          <a:p>
            <a:pPr algn="ctr"/>
            <a:r>
              <a:rPr lang="en-US" sz="1400" b="1">
                <a:solidFill>
                  <a:srgbClr val="FFFFFF"/>
                </a:solidFill>
              </a:rPr>
              <a:t>4</a:t>
            </a:r>
          </a:p>
        </p:txBody>
      </p:sp>
      <p:sp>
        <p:nvSpPr>
          <p:cNvPr id="65" name="Label 1"/>
          <p:cNvSpPr txBox="1"/>
          <p:nvPr/>
        </p:nvSpPr>
        <p:spPr>
          <a:xfrm>
            <a:off x="5410000" y="2230000"/>
            <a:ext cx="1480000" cy="640000"/>
          </a:xfrm>
          <a:prstGeom prst="rect">
            <a:avLst/>
          </a:prstGeom>
          <a:noFill/>
        </p:spPr>
        <p:txBody>
          <a:bodyPr wrap="square" rtlCol="0" anchor="t">
            <a:normAutofit/>
          </a:bodyPr>
          <a:lstStyle/>
          <a:p>
            <a:pPr algn="ctr"/>
            <a:r>
              <a:rPr lang="en-US" sz="1000" b="1">
                <a:solidFill>
                  <a:srgbClr val="3B3059"/>
                </a:solidFill>
              </a:rPr>
              <a:t>Basic Script</a:t>
            </a:r>
          </a:p>
        </p:txBody>
      </p:sp>
      <p:sp>
        <p:nvSpPr>
          <p:cNvPr id="66" name="Label 2"/>
          <p:cNvSpPr txBox="1"/>
          <p:nvPr/>
        </p:nvSpPr>
        <p:spPr>
          <a:xfrm>
            <a:off x="7026666" y="2230000"/>
            <a:ext cx="1480000" cy="640000"/>
          </a:xfrm>
          <a:prstGeom prst="rect">
            <a:avLst/>
          </a:prstGeom>
          <a:noFill/>
        </p:spPr>
        <p:txBody>
          <a:bodyPr wrap="square" rtlCol="0" anchor="t">
            <a:normAutofit/>
          </a:bodyPr>
          <a:lstStyle/>
          <a:p>
            <a:pPr algn="ctr"/>
            <a:r>
              <a:rPr lang="en-US" sz="1000" b="1">
                <a:solidFill>
                  <a:srgbClr val="3B3059"/>
                </a:solidFill>
              </a:rPr>
              <a:t>Reusable Framework</a:t>
            </a:r>
          </a:p>
        </p:txBody>
      </p:sp>
      <p:sp>
        <p:nvSpPr>
          <p:cNvPr id="67" name="Label 3"/>
          <p:cNvSpPr txBox="1"/>
          <p:nvPr/>
        </p:nvSpPr>
        <p:spPr>
          <a:xfrm>
            <a:off x="8643333" y="2230000"/>
            <a:ext cx="1480000" cy="640000"/>
          </a:xfrm>
          <a:prstGeom prst="rect">
            <a:avLst/>
          </a:prstGeom>
          <a:noFill/>
        </p:spPr>
        <p:txBody>
          <a:bodyPr wrap="square" rtlCol="0" anchor="t">
            <a:normAutofit/>
          </a:bodyPr>
          <a:lstStyle/>
          <a:p>
            <a:pPr algn="ctr"/>
            <a:r>
              <a:rPr lang="en-US" sz="1000" b="1">
                <a:solidFill>
                  <a:srgbClr val="3B3059"/>
                </a:solidFill>
              </a:rPr>
              <a:t>Cross-Browser Support</a:t>
            </a:r>
          </a:p>
        </p:txBody>
      </p:sp>
      <p:sp>
        <p:nvSpPr>
          <p:cNvPr id="68" name="Label 4"/>
          <p:cNvSpPr txBox="1"/>
          <p:nvPr/>
        </p:nvSpPr>
        <p:spPr>
          <a:xfrm>
            <a:off x="10260000" y="2230000"/>
            <a:ext cx="1480000" cy="640000"/>
          </a:xfrm>
          <a:prstGeom prst="rect">
            <a:avLst/>
          </a:prstGeom>
          <a:noFill/>
        </p:spPr>
        <p:txBody>
          <a:bodyPr wrap="square" rtlCol="0" anchor="t">
            <a:normAutofit/>
          </a:bodyPr>
          <a:lstStyle/>
          <a:p>
            <a:pPr algn="ctr"/>
            <a:r>
              <a:rPr lang="en-US" sz="1000" b="1">
                <a:solidFill>
                  <a:srgbClr val="3B3059"/>
                </a:solidFill>
              </a:rPr>
              <a:t>Stable Enterprise Automation</a:t>
            </a:r>
          </a:p>
        </p:txBody>
      </p:sp>
      <p:sp>
        <p:nvSpPr>
          <p:cNvPr id="70" name="Card 1"/>
          <p:cNvSpPr/>
          <p:nvPr/>
        </p:nvSpPr>
        <p:spPr>
          <a:xfrm>
            <a:off x="5350000" y="3120000"/>
            <a:ext cx="1950000" cy="2760000"/>
          </a:xfrm>
          <a:prstGeom prst="roundRect">
            <a:avLst>
              <a:gd name="adj" fmla="val 6000"/>
            </a:avLst>
          </a:prstGeom>
          <a:solidFill>
            <a:srgbClr val="EBEBEB"/>
          </a:solidFill>
          <a:ln w="19050">
            <a:solidFill>
              <a:srgbClr val="B31166"/>
            </a:solidFill>
          </a:ln>
        </p:spPr>
        <p:txBody>
          <a:bodyPr lIns="118000" tIns="118000" rIns="118000" bIns="100000" rtlCol="0" anchor="t">
            <a:normAutofit/>
          </a:bodyPr>
          <a:lstStyle/>
          <a:p>
            <a:pPr>
              <a:buNone/>
            </a:pPr>
            <a:r>
              <a:rPr lang="en-US" sz="1400" b="1" dirty="0">
                <a:solidFill>
                  <a:srgbClr val="B31166"/>
                </a:solidFill>
              </a:rPr>
              <a:t>Phase 1 – Initial Automation</a:t>
            </a:r>
          </a:p>
          <a:p>
            <a:pPr marL="171450" indent="-171450">
              <a:spcBef>
                <a:spcPts val="600"/>
              </a:spcBef>
              <a:buFont typeface="Arial" panose="020B0604020202020204" pitchFamily="34" charset="0"/>
              <a:buChar char="•"/>
            </a:pPr>
            <a:r>
              <a:rPr lang="en-US" sz="1050" dirty="0">
                <a:solidFill>
                  <a:srgbClr val="3B3059"/>
                </a:solidFill>
              </a:rPr>
              <a:t>Started with Basic Playwright script for Microsoft Edge</a:t>
            </a:r>
          </a:p>
          <a:p>
            <a:pPr marL="171450" indent="-171450">
              <a:spcBef>
                <a:spcPts val="600"/>
              </a:spcBef>
              <a:buFont typeface="Arial" panose="020B0604020202020204" pitchFamily="34" charset="0"/>
              <a:buChar char="•"/>
            </a:pPr>
            <a:r>
              <a:rPr lang="en-US" sz="1050" dirty="0">
                <a:solidFill>
                  <a:srgbClr val="3B3059"/>
                </a:solidFill>
              </a:rPr>
              <a:t>Automated the ticket creation workflow</a:t>
            </a:r>
          </a:p>
          <a:p>
            <a:pPr marL="171450" indent="-171450">
              <a:spcBef>
                <a:spcPts val="600"/>
              </a:spcBef>
              <a:buFont typeface="Arial" panose="020B0604020202020204" pitchFamily="34" charset="0"/>
              <a:buChar char="•"/>
            </a:pPr>
            <a:r>
              <a:rPr lang="en-US" sz="1050" dirty="0">
                <a:solidFill>
                  <a:srgbClr val="3B3059"/>
                </a:solidFill>
              </a:rPr>
              <a:t>Static waits and hardcoded test inputs (Using Codegen)</a:t>
            </a:r>
          </a:p>
        </p:txBody>
      </p:sp>
      <p:sp>
        <p:nvSpPr>
          <p:cNvPr id="71" name="Card 2"/>
          <p:cNvSpPr/>
          <p:nvPr/>
        </p:nvSpPr>
        <p:spPr>
          <a:xfrm>
            <a:off x="7600000" y="3120000"/>
            <a:ext cx="1950000" cy="2760000"/>
          </a:xfrm>
          <a:prstGeom prst="roundRect">
            <a:avLst>
              <a:gd name="adj" fmla="val 6000"/>
            </a:avLst>
          </a:prstGeom>
          <a:solidFill>
            <a:srgbClr val="EBEBEB"/>
          </a:solidFill>
          <a:ln w="19050">
            <a:solidFill>
              <a:srgbClr val="E33D6F"/>
            </a:solidFill>
          </a:ln>
        </p:spPr>
        <p:txBody>
          <a:bodyPr lIns="118000" tIns="118000" rIns="118000" bIns="100000" rtlCol="0" anchor="t">
            <a:normAutofit/>
          </a:bodyPr>
          <a:lstStyle/>
          <a:p>
            <a:pPr>
              <a:buNone/>
            </a:pPr>
            <a:r>
              <a:rPr lang="en-US" sz="1200" b="1" dirty="0">
                <a:solidFill>
                  <a:srgbClr val="E33D6F"/>
                </a:solidFill>
              </a:rPr>
              <a:t>Phase 2 – Framework Enhancement</a:t>
            </a:r>
          </a:p>
          <a:p>
            <a:pPr marL="171450" indent="-171450">
              <a:spcBef>
                <a:spcPts val="600"/>
              </a:spcBef>
              <a:buFont typeface="Arial" panose="020B0604020202020204" pitchFamily="34" charset="0"/>
              <a:buChar char="•"/>
            </a:pPr>
            <a:r>
              <a:rPr lang="en-US" sz="1050" dirty="0">
                <a:solidFill>
                  <a:srgbClr val="3B3059"/>
                </a:solidFill>
              </a:rPr>
              <a:t>Refactored for code organization and reusability</a:t>
            </a:r>
          </a:p>
          <a:p>
            <a:pPr marL="171450" indent="-171450">
              <a:spcBef>
                <a:spcPts val="600"/>
              </a:spcBef>
              <a:buFont typeface="Arial" panose="020B0604020202020204" pitchFamily="34" charset="0"/>
              <a:buChar char="•"/>
            </a:pPr>
            <a:r>
              <a:rPr lang="en-US" sz="1050" dirty="0">
                <a:solidFill>
                  <a:srgbClr val="3B3059"/>
                </a:solidFill>
              </a:rPr>
              <a:t>Browser-specific profile management for authentication</a:t>
            </a:r>
          </a:p>
          <a:p>
            <a:pPr marL="171450" indent="-171450">
              <a:spcBef>
                <a:spcPts val="600"/>
              </a:spcBef>
              <a:buFont typeface="Arial" panose="020B0604020202020204" pitchFamily="34" charset="0"/>
              <a:buChar char="•"/>
            </a:pPr>
            <a:r>
              <a:rPr lang="en-US" sz="1050" dirty="0">
                <a:solidFill>
                  <a:srgbClr val="3B3059"/>
                </a:solidFill>
              </a:rPr>
              <a:t>Added cross-browser execution support: Edge, Chrome, Firefox</a:t>
            </a:r>
          </a:p>
        </p:txBody>
      </p:sp>
      <p:sp>
        <p:nvSpPr>
          <p:cNvPr id="72" name="Card 3"/>
          <p:cNvSpPr/>
          <p:nvPr/>
        </p:nvSpPr>
        <p:spPr>
          <a:xfrm>
            <a:off x="9850000" y="3120000"/>
            <a:ext cx="1950000" cy="2760000"/>
          </a:xfrm>
          <a:prstGeom prst="roundRect">
            <a:avLst>
              <a:gd name="adj" fmla="val 6000"/>
            </a:avLst>
          </a:prstGeom>
          <a:solidFill>
            <a:srgbClr val="EBEBEB"/>
          </a:solidFill>
          <a:ln w="19050">
            <a:solidFill>
              <a:srgbClr val="9B6BF2"/>
            </a:solidFill>
          </a:ln>
        </p:spPr>
        <p:txBody>
          <a:bodyPr lIns="118000" tIns="118000" rIns="118000" bIns="100000" rtlCol="0" anchor="t">
            <a:normAutofit/>
          </a:bodyPr>
          <a:lstStyle/>
          <a:p>
            <a:pPr>
              <a:buNone/>
            </a:pPr>
            <a:r>
              <a:rPr lang="en-US" sz="1400" b="1" dirty="0">
                <a:solidFill>
                  <a:srgbClr val="7A4FD0"/>
                </a:solidFill>
              </a:rPr>
              <a:t>Phase 3 – Stability &amp; Scalability</a:t>
            </a:r>
          </a:p>
          <a:p>
            <a:pPr marL="171450" indent="-171450">
              <a:spcBef>
                <a:spcPts val="600"/>
              </a:spcBef>
              <a:buFont typeface="Arial" panose="020B0604020202020204" pitchFamily="34" charset="0"/>
              <a:buChar char="•"/>
            </a:pPr>
            <a:r>
              <a:rPr lang="en-US" sz="1050" dirty="0">
                <a:solidFill>
                  <a:srgbClr val="3B3059"/>
                </a:solidFill>
              </a:rPr>
              <a:t>Replaced static waits with dynamic element synchronization</a:t>
            </a:r>
          </a:p>
          <a:p>
            <a:pPr marL="171450" indent="-171450">
              <a:spcBef>
                <a:spcPts val="600"/>
              </a:spcBef>
              <a:buFont typeface="Arial" panose="020B0604020202020204" pitchFamily="34" charset="0"/>
              <a:buChar char="•"/>
            </a:pPr>
            <a:r>
              <a:rPr lang="en-US" sz="1050" dirty="0">
                <a:solidFill>
                  <a:srgbClr val="3B3059"/>
                </a:solidFill>
              </a:rPr>
              <a:t>Improved popup handling and browser-specific execution flow</a:t>
            </a:r>
          </a:p>
          <a:p>
            <a:pPr marL="171450" indent="-171450">
              <a:spcBef>
                <a:spcPts val="600"/>
              </a:spcBef>
              <a:buFont typeface="Arial" panose="020B0604020202020204" pitchFamily="34" charset="0"/>
              <a:buChar char="•"/>
            </a:pPr>
            <a:r>
              <a:rPr lang="en-US" sz="1050" dirty="0">
                <a:solidFill>
                  <a:srgbClr val="3B3059"/>
                </a:solidFill>
              </a:rPr>
              <a:t>Optimized the framework for reliable and maintainable automation</a:t>
            </a:r>
          </a:p>
        </p:txBody>
      </p:sp>
    </p:spTree>
    <p:extLst>
      <p:ext uri="{BB962C8B-B14F-4D97-AF65-F5344CB8AC3E}">
        <p14:creationId xmlns:p14="http://schemas.microsoft.com/office/powerpoint/2010/main" val="1363718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50"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5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B8DFAA0-A27F-0802-90D5-DC564782E5DE}"/>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Framework Architecture</a:t>
            </a:r>
          </a:p>
        </p:txBody>
      </p:sp>
      <p:sp>
        <p:nvSpPr>
          <p:cNvPr id="60" name="Components Header"/>
          <p:cNvSpPr txBox="1"/>
          <p:nvPr/>
        </p:nvSpPr>
        <p:spPr>
          <a:xfrm>
            <a:off x="5350000" y="1300000"/>
            <a:ext cx="2350000" cy="430000"/>
          </a:xfrm>
          <a:prstGeom prst="rect">
            <a:avLst/>
          </a:prstGeom>
          <a:noFill/>
        </p:spPr>
        <p:txBody>
          <a:bodyPr wrap="square" lIns="0" tIns="0" bIns="36000" rtlCol="0" anchor="b">
            <a:normAutofit/>
          </a:bodyPr>
          <a:lstStyle/>
          <a:p>
            <a:pPr>
              <a:buNone/>
            </a:pPr>
            <a:r>
              <a:rPr lang="en-US" sz="1400" b="1" dirty="0">
                <a:solidFill>
                  <a:srgbClr val="B31166"/>
                </a:solidFill>
              </a:rPr>
              <a:t>Framework Components</a:t>
            </a:r>
          </a:p>
        </p:txBody>
      </p:sp>
      <p:sp>
        <p:nvSpPr>
          <p:cNvPr id="61" name="Components Body"/>
          <p:cNvSpPr txBox="1"/>
          <p:nvPr/>
        </p:nvSpPr>
        <p:spPr>
          <a:xfrm>
            <a:off x="5350000" y="1810000"/>
            <a:ext cx="2350000" cy="4090000"/>
          </a:xfrm>
          <a:prstGeom prst="rect">
            <a:avLst/>
          </a:prstGeom>
          <a:noFill/>
        </p:spPr>
        <p:txBody>
          <a:bodyPr wrap="square" lIns="0" tIns="0" rtlCol="0" anchor="t">
            <a:normAutofit/>
          </a:bodyPr>
          <a:lstStyle/>
          <a:p>
            <a:pPr marL="180000" indent="-180000">
              <a:spcBef>
                <a:spcPts val="500"/>
              </a:spcBef>
              <a:buFont typeface="Arial" panose="020B0604020202020204" pitchFamily="34" charset="0"/>
              <a:buChar char="•"/>
            </a:pPr>
            <a:r>
              <a:rPr lang="en-US" sz="1100" dirty="0">
                <a:solidFill>
                  <a:srgbClr val="3B3059"/>
                </a:solidFill>
              </a:rPr>
              <a:t>Playwright Test Runner for test execution and browser orchestration.</a:t>
            </a:r>
          </a:p>
          <a:p>
            <a:pPr marL="180000" indent="-180000">
              <a:spcBef>
                <a:spcPts val="500"/>
              </a:spcBef>
              <a:buFont typeface="Arial" panose="020B0604020202020204" pitchFamily="34" charset="0"/>
              <a:buChar char="•"/>
            </a:pPr>
            <a:r>
              <a:rPr lang="en-US" sz="1100" dirty="0">
                <a:solidFill>
                  <a:srgbClr val="3B3059"/>
                </a:solidFill>
              </a:rPr>
              <a:t>Browser-specific profiles to maintain enterprise authentication sessions.</a:t>
            </a:r>
          </a:p>
          <a:p>
            <a:pPr marL="180000" indent="-180000">
              <a:spcBef>
                <a:spcPts val="500"/>
              </a:spcBef>
              <a:buFont typeface="Arial" panose="020B0604020202020204" pitchFamily="34" charset="0"/>
              <a:buChar char="•"/>
            </a:pPr>
            <a:r>
              <a:rPr lang="en-US" sz="1100" dirty="0">
                <a:solidFill>
                  <a:srgbClr val="3B3059"/>
                </a:solidFill>
              </a:rPr>
              <a:t>Configuration layer for browser management and execution settings.</a:t>
            </a:r>
          </a:p>
          <a:p>
            <a:pPr marL="180000" indent="-180000">
              <a:spcBef>
                <a:spcPts val="500"/>
              </a:spcBef>
              <a:buFont typeface="Arial" panose="020B0604020202020204" pitchFamily="34" charset="0"/>
              <a:buChar char="•"/>
            </a:pPr>
            <a:r>
              <a:rPr lang="en-US" sz="1100" dirty="0">
                <a:solidFill>
                  <a:srgbClr val="3B3059"/>
                </a:solidFill>
              </a:rPr>
              <a:t>Automation scripts implementing the Technology Support workflow.</a:t>
            </a:r>
          </a:p>
          <a:p>
            <a:pPr marL="180000" indent="-180000">
              <a:spcBef>
                <a:spcPts val="500"/>
              </a:spcBef>
              <a:buFont typeface="Arial" panose="020B0604020202020204" pitchFamily="34" charset="0"/>
              <a:buChar char="•"/>
            </a:pPr>
            <a:r>
              <a:rPr lang="en-US" sz="1100" dirty="0">
                <a:solidFill>
                  <a:srgbClr val="3B3059"/>
                </a:solidFill>
              </a:rPr>
              <a:t>Reusable utility methods for common browser interactions and synchronization.</a:t>
            </a:r>
          </a:p>
        </p:txBody>
      </p:sp>
      <p:sp>
        <p:nvSpPr>
          <p:cNvPr id="62" name="Flow Header"/>
          <p:cNvSpPr txBox="1"/>
          <p:nvPr/>
        </p:nvSpPr>
        <p:spPr>
          <a:xfrm>
            <a:off x="7835000" y="1300000"/>
            <a:ext cx="1750000" cy="430000"/>
          </a:xfrm>
          <a:prstGeom prst="rect">
            <a:avLst/>
          </a:prstGeom>
          <a:noFill/>
        </p:spPr>
        <p:txBody>
          <a:bodyPr wrap="square" lIns="0" tIns="0" bIns="36000" rtlCol="0" anchor="b">
            <a:normAutofit/>
          </a:bodyPr>
          <a:lstStyle/>
          <a:p>
            <a:pPr algn="ctr">
              <a:buNone/>
            </a:pPr>
            <a:r>
              <a:rPr lang="en-US" sz="1400" b="1" dirty="0">
                <a:solidFill>
                  <a:srgbClr val="E33D6F"/>
                </a:solidFill>
              </a:rPr>
              <a:t>Execution Flow</a:t>
            </a:r>
          </a:p>
        </p:txBody>
      </p:sp>
      <p:sp>
        <p:nvSpPr>
          <p:cNvPr id="63" name="Flow 1"/>
          <p:cNvSpPr/>
          <p:nvPr/>
        </p:nvSpPr>
        <p:spPr>
          <a:xfrm>
            <a:off x="7835000" y="1820000"/>
            <a:ext cx="1750000" cy="420000"/>
          </a:xfrm>
          <a:prstGeom prst="roundRect">
            <a:avLst>
              <a:gd name="adj" fmla="val 12000"/>
            </a:avLst>
          </a:prstGeom>
          <a:solidFill>
            <a:srgbClr val="B31166"/>
          </a:solidFill>
          <a:ln>
            <a:noFill/>
          </a:ln>
        </p:spPr>
        <p:txBody>
          <a:bodyPr lIns="72000" tIns="36000" rIns="72000" bIns="36000" rtlCol="0" anchor="ctr">
            <a:normAutofit/>
          </a:bodyPr>
          <a:lstStyle/>
          <a:p>
            <a:pPr algn="ctr">
              <a:buNone/>
            </a:pPr>
            <a:r>
              <a:rPr lang="en-US" sz="900" b="1">
                <a:solidFill>
                  <a:srgbClr val="FFFFFF"/>
                </a:solidFill>
              </a:rPr>
              <a:t>Test Execution</a:t>
            </a:r>
          </a:p>
        </p:txBody>
      </p:sp>
      <p:sp>
        <p:nvSpPr>
          <p:cNvPr id="64" name="Flow 2"/>
          <p:cNvSpPr/>
          <p:nvPr/>
        </p:nvSpPr>
        <p:spPr>
          <a:xfrm>
            <a:off x="7835000" y="2405000"/>
            <a:ext cx="1750000" cy="420000"/>
          </a:xfrm>
          <a:prstGeom prst="roundRect">
            <a:avLst>
              <a:gd name="adj" fmla="val 12000"/>
            </a:avLst>
          </a:prstGeom>
          <a:solidFill>
            <a:srgbClr val="EBEBEB"/>
          </a:solidFill>
          <a:ln w="15875">
            <a:solidFill>
              <a:srgbClr val="E33D6F"/>
            </a:solidFill>
          </a:ln>
        </p:spPr>
        <p:txBody>
          <a:bodyPr lIns="72000" tIns="36000" rIns="72000" bIns="36000" rtlCol="0" anchor="ctr">
            <a:normAutofit/>
          </a:bodyPr>
          <a:lstStyle/>
          <a:p>
            <a:pPr algn="ctr">
              <a:buNone/>
            </a:pPr>
            <a:r>
              <a:rPr lang="en-US" sz="900">
                <a:solidFill>
                  <a:srgbClr val="3B3059"/>
                </a:solidFill>
              </a:rPr>
              <a:t>Playwright Configuration</a:t>
            </a:r>
          </a:p>
        </p:txBody>
      </p:sp>
      <p:sp>
        <p:nvSpPr>
          <p:cNvPr id="65" name="Flow 3"/>
          <p:cNvSpPr/>
          <p:nvPr/>
        </p:nvSpPr>
        <p:spPr>
          <a:xfrm>
            <a:off x="7835000" y="2990000"/>
            <a:ext cx="1750000" cy="420000"/>
          </a:xfrm>
          <a:prstGeom prst="roundRect">
            <a:avLst>
              <a:gd name="adj" fmla="val 12000"/>
            </a:avLst>
          </a:prstGeom>
          <a:solidFill>
            <a:srgbClr val="EBEBEB"/>
          </a:solidFill>
          <a:ln w="15875">
            <a:solidFill>
              <a:srgbClr val="E33D6F"/>
            </a:solidFill>
          </a:ln>
        </p:spPr>
        <p:txBody>
          <a:bodyPr lIns="72000" tIns="36000" rIns="72000" bIns="36000" rtlCol="0" anchor="ctr">
            <a:normAutofit/>
          </a:bodyPr>
          <a:lstStyle/>
          <a:p>
            <a:pPr algn="ctr">
              <a:buNone/>
            </a:pPr>
            <a:r>
              <a:rPr lang="en-US" sz="900">
                <a:solidFill>
                  <a:srgbClr val="3B3059"/>
                </a:solidFill>
              </a:rPr>
              <a:t>Browser Selection</a:t>
            </a:r>
          </a:p>
        </p:txBody>
      </p:sp>
      <p:sp>
        <p:nvSpPr>
          <p:cNvPr id="66" name="Flow 4"/>
          <p:cNvSpPr/>
          <p:nvPr/>
        </p:nvSpPr>
        <p:spPr>
          <a:xfrm>
            <a:off x="7835000" y="3575000"/>
            <a:ext cx="1750000" cy="420000"/>
          </a:xfrm>
          <a:prstGeom prst="roundRect">
            <a:avLst>
              <a:gd name="adj" fmla="val 12000"/>
            </a:avLst>
          </a:prstGeom>
          <a:solidFill>
            <a:srgbClr val="EBEBEB"/>
          </a:solidFill>
          <a:ln w="15875">
            <a:solidFill>
              <a:srgbClr val="E33D6F"/>
            </a:solidFill>
          </a:ln>
        </p:spPr>
        <p:txBody>
          <a:bodyPr lIns="72000" tIns="36000" rIns="72000" bIns="36000" rtlCol="0" anchor="ctr">
            <a:normAutofit/>
          </a:bodyPr>
          <a:lstStyle/>
          <a:p>
            <a:pPr algn="ctr">
              <a:buNone/>
            </a:pPr>
            <a:r>
              <a:rPr lang="en-US" sz="900">
                <a:solidFill>
                  <a:srgbClr val="3B3059"/>
                </a:solidFill>
              </a:rPr>
              <a:t>Persistent Browser Profile</a:t>
            </a:r>
          </a:p>
        </p:txBody>
      </p:sp>
      <p:sp>
        <p:nvSpPr>
          <p:cNvPr id="67" name="Flow 5"/>
          <p:cNvSpPr/>
          <p:nvPr/>
        </p:nvSpPr>
        <p:spPr>
          <a:xfrm>
            <a:off x="7835000" y="4160000"/>
            <a:ext cx="1750000" cy="420000"/>
          </a:xfrm>
          <a:prstGeom prst="roundRect">
            <a:avLst>
              <a:gd name="adj" fmla="val 12000"/>
            </a:avLst>
          </a:prstGeom>
          <a:solidFill>
            <a:srgbClr val="EBEBEB"/>
          </a:solidFill>
          <a:ln w="15875">
            <a:solidFill>
              <a:srgbClr val="E33D6F"/>
            </a:solidFill>
          </a:ln>
        </p:spPr>
        <p:txBody>
          <a:bodyPr lIns="72000" tIns="36000" rIns="72000" bIns="36000" rtlCol="0" anchor="ctr">
            <a:normAutofit/>
          </a:bodyPr>
          <a:lstStyle/>
          <a:p>
            <a:pPr algn="ctr">
              <a:buNone/>
            </a:pPr>
            <a:r>
              <a:rPr lang="en-US" sz="900">
                <a:solidFill>
                  <a:srgbClr val="3B3059"/>
                </a:solidFill>
              </a:rPr>
              <a:t>Enterprise Authentication</a:t>
            </a:r>
          </a:p>
        </p:txBody>
      </p:sp>
      <p:sp>
        <p:nvSpPr>
          <p:cNvPr id="68" name="Flow 6"/>
          <p:cNvSpPr/>
          <p:nvPr/>
        </p:nvSpPr>
        <p:spPr>
          <a:xfrm>
            <a:off x="7835000" y="4745000"/>
            <a:ext cx="1750000" cy="420000"/>
          </a:xfrm>
          <a:prstGeom prst="roundRect">
            <a:avLst>
              <a:gd name="adj" fmla="val 12000"/>
            </a:avLst>
          </a:prstGeom>
          <a:solidFill>
            <a:srgbClr val="EBEBEB"/>
          </a:solidFill>
          <a:ln w="15875">
            <a:solidFill>
              <a:srgbClr val="E33D6F"/>
            </a:solidFill>
          </a:ln>
        </p:spPr>
        <p:txBody>
          <a:bodyPr lIns="72000" tIns="36000" rIns="72000" bIns="36000" rtlCol="0" anchor="ctr">
            <a:normAutofit/>
          </a:bodyPr>
          <a:lstStyle/>
          <a:p>
            <a:pPr algn="ctr">
              <a:buNone/>
            </a:pPr>
            <a:r>
              <a:rPr lang="en-US" sz="900">
                <a:solidFill>
                  <a:srgbClr val="3B3059"/>
                </a:solidFill>
              </a:rPr>
              <a:t>Technology Support Workflow</a:t>
            </a:r>
          </a:p>
        </p:txBody>
      </p:sp>
      <p:sp>
        <p:nvSpPr>
          <p:cNvPr id="69" name="Flow 7"/>
          <p:cNvSpPr/>
          <p:nvPr/>
        </p:nvSpPr>
        <p:spPr>
          <a:xfrm>
            <a:off x="7835000" y="5330000"/>
            <a:ext cx="1750000" cy="420000"/>
          </a:xfrm>
          <a:prstGeom prst="roundRect">
            <a:avLst>
              <a:gd name="adj" fmla="val 12000"/>
            </a:avLst>
          </a:prstGeom>
          <a:solidFill>
            <a:srgbClr val="3B3059"/>
          </a:solidFill>
          <a:ln>
            <a:noFill/>
          </a:ln>
        </p:spPr>
        <p:txBody>
          <a:bodyPr lIns="72000" tIns="36000" rIns="72000" bIns="36000" rtlCol="0" anchor="ctr">
            <a:normAutofit/>
          </a:bodyPr>
          <a:lstStyle/>
          <a:p>
            <a:pPr algn="ctr">
              <a:buNone/>
            </a:pPr>
            <a:r>
              <a:rPr lang="en-US" sz="900" b="1">
                <a:solidFill>
                  <a:srgbClr val="FFFFFF"/>
                </a:solidFill>
              </a:rPr>
              <a:t>Ticket Creation Process</a:t>
            </a:r>
          </a:p>
        </p:txBody>
      </p:sp>
      <p:cxnSp>
        <p:nvCxnSpPr>
          <p:cNvPr id="70" name="Arrow 1"/>
          <p:cNvCxnSpPr/>
          <p:nvPr/>
        </p:nvCxnSpPr>
        <p:spPr>
          <a:xfrm>
            <a:off x="8710000" y="2240000"/>
            <a:ext cx="0" cy="165000"/>
          </a:xfrm>
          <a:prstGeom prst="straightConnector1">
            <a:avLst/>
          </a:prstGeom>
          <a:ln w="19050">
            <a:solidFill>
              <a:srgbClr val="E33D6F"/>
            </a:solidFill>
            <a:tailEnd type="triangle"/>
          </a:ln>
        </p:spPr>
      </p:cxnSp>
      <p:cxnSp>
        <p:nvCxnSpPr>
          <p:cNvPr id="71" name="Arrow 2"/>
          <p:cNvCxnSpPr/>
          <p:nvPr/>
        </p:nvCxnSpPr>
        <p:spPr>
          <a:xfrm>
            <a:off x="8710000" y="2825000"/>
            <a:ext cx="0" cy="165000"/>
          </a:xfrm>
          <a:prstGeom prst="straightConnector1">
            <a:avLst/>
          </a:prstGeom>
          <a:ln w="19050">
            <a:solidFill>
              <a:srgbClr val="E33D6F"/>
            </a:solidFill>
            <a:tailEnd type="triangle"/>
          </a:ln>
        </p:spPr>
      </p:cxnSp>
      <p:cxnSp>
        <p:nvCxnSpPr>
          <p:cNvPr id="72" name="Arrow 3"/>
          <p:cNvCxnSpPr/>
          <p:nvPr/>
        </p:nvCxnSpPr>
        <p:spPr>
          <a:xfrm>
            <a:off x="8710000" y="3410000"/>
            <a:ext cx="0" cy="165000"/>
          </a:xfrm>
          <a:prstGeom prst="straightConnector1">
            <a:avLst/>
          </a:prstGeom>
          <a:ln w="19050">
            <a:solidFill>
              <a:srgbClr val="E33D6F"/>
            </a:solidFill>
            <a:tailEnd type="triangle"/>
          </a:ln>
        </p:spPr>
      </p:cxnSp>
      <p:cxnSp>
        <p:nvCxnSpPr>
          <p:cNvPr id="73" name="Arrow 4"/>
          <p:cNvCxnSpPr/>
          <p:nvPr/>
        </p:nvCxnSpPr>
        <p:spPr>
          <a:xfrm>
            <a:off x="8710000" y="3995000"/>
            <a:ext cx="0" cy="165000"/>
          </a:xfrm>
          <a:prstGeom prst="straightConnector1">
            <a:avLst/>
          </a:prstGeom>
          <a:ln w="19050">
            <a:solidFill>
              <a:srgbClr val="E33D6F"/>
            </a:solidFill>
            <a:tailEnd type="triangle"/>
          </a:ln>
        </p:spPr>
      </p:cxnSp>
      <p:cxnSp>
        <p:nvCxnSpPr>
          <p:cNvPr id="74" name="Arrow 5"/>
          <p:cNvCxnSpPr/>
          <p:nvPr/>
        </p:nvCxnSpPr>
        <p:spPr>
          <a:xfrm>
            <a:off x="8710000" y="4580000"/>
            <a:ext cx="0" cy="165000"/>
          </a:xfrm>
          <a:prstGeom prst="straightConnector1">
            <a:avLst/>
          </a:prstGeom>
          <a:ln w="19050">
            <a:solidFill>
              <a:srgbClr val="E33D6F"/>
            </a:solidFill>
            <a:tailEnd type="triangle"/>
          </a:ln>
        </p:spPr>
      </p:cxnSp>
      <p:cxnSp>
        <p:nvCxnSpPr>
          <p:cNvPr id="75" name="Arrow 6"/>
          <p:cNvCxnSpPr/>
          <p:nvPr/>
        </p:nvCxnSpPr>
        <p:spPr>
          <a:xfrm>
            <a:off x="8710000" y="5165000"/>
            <a:ext cx="0" cy="165000"/>
          </a:xfrm>
          <a:prstGeom prst="straightConnector1">
            <a:avLst/>
          </a:prstGeom>
          <a:ln w="19050">
            <a:solidFill>
              <a:srgbClr val="E33D6F"/>
            </a:solidFill>
            <a:tailEnd type="triangle"/>
          </a:ln>
        </p:spPr>
      </p:cxnSp>
      <p:sp>
        <p:nvSpPr>
          <p:cNvPr id="80" name="Principles Header"/>
          <p:cNvSpPr txBox="1"/>
          <p:nvPr/>
        </p:nvSpPr>
        <p:spPr>
          <a:xfrm>
            <a:off x="9720000" y="1300000"/>
            <a:ext cx="2080000" cy="430000"/>
          </a:xfrm>
          <a:prstGeom prst="rect">
            <a:avLst/>
          </a:prstGeom>
          <a:noFill/>
        </p:spPr>
        <p:txBody>
          <a:bodyPr wrap="square" lIns="0" tIns="0" bIns="36000" rtlCol="0" anchor="b">
            <a:normAutofit/>
          </a:bodyPr>
          <a:lstStyle/>
          <a:p>
            <a:pPr>
              <a:buNone/>
            </a:pPr>
            <a:r>
              <a:rPr lang="en-US" sz="1400" b="1" dirty="0">
                <a:solidFill>
                  <a:srgbClr val="7A4FD0"/>
                </a:solidFill>
              </a:rPr>
              <a:t>Key Design Principles</a:t>
            </a:r>
          </a:p>
        </p:txBody>
      </p:sp>
      <p:sp>
        <p:nvSpPr>
          <p:cNvPr id="81" name="Principles Body"/>
          <p:cNvSpPr txBox="1"/>
          <p:nvPr/>
        </p:nvSpPr>
        <p:spPr>
          <a:xfrm>
            <a:off x="9720000" y="1810000"/>
            <a:ext cx="2080000" cy="4090000"/>
          </a:xfrm>
          <a:prstGeom prst="rect">
            <a:avLst/>
          </a:prstGeom>
          <a:noFill/>
        </p:spPr>
        <p:txBody>
          <a:bodyPr wrap="square" lIns="0" tIns="0" rtlCol="0" anchor="t">
            <a:normAutofit/>
          </a:bodyPr>
          <a:lstStyle/>
          <a:p>
            <a:pPr marL="180000" indent="-180000">
              <a:spcBef>
                <a:spcPts val="500"/>
              </a:spcBef>
              <a:buFont typeface="Arial" panose="020B0604020202020204" pitchFamily="34" charset="0"/>
              <a:buChar char="•"/>
            </a:pPr>
            <a:r>
              <a:rPr lang="en-US" sz="1100" dirty="0">
                <a:solidFill>
                  <a:srgbClr val="3B3059"/>
                </a:solidFill>
              </a:rPr>
              <a:t>Modular and maintainable project structure.</a:t>
            </a:r>
          </a:p>
          <a:p>
            <a:pPr marL="180000" indent="-180000">
              <a:spcBef>
                <a:spcPts val="500"/>
              </a:spcBef>
              <a:buFont typeface="Arial" panose="020B0604020202020204" pitchFamily="34" charset="0"/>
              <a:buChar char="•"/>
            </a:pPr>
            <a:r>
              <a:rPr lang="en-US" sz="1100" dirty="0">
                <a:solidFill>
                  <a:srgbClr val="3B3059"/>
                </a:solidFill>
              </a:rPr>
              <a:t>Reusable automation components.</a:t>
            </a:r>
          </a:p>
          <a:p>
            <a:pPr marL="180000" indent="-180000">
              <a:spcBef>
                <a:spcPts val="500"/>
              </a:spcBef>
              <a:buFont typeface="Arial" panose="020B0604020202020204" pitchFamily="34" charset="0"/>
              <a:buChar char="•"/>
            </a:pPr>
            <a:r>
              <a:rPr lang="en-US" sz="1100" dirty="0">
                <a:solidFill>
                  <a:srgbClr val="3B3059"/>
                </a:solidFill>
              </a:rPr>
              <a:t>Browser-independent execution.</a:t>
            </a:r>
          </a:p>
          <a:p>
            <a:pPr marL="180000" indent="-180000">
              <a:spcBef>
                <a:spcPts val="500"/>
              </a:spcBef>
              <a:buFont typeface="Arial" panose="020B0604020202020204" pitchFamily="34" charset="0"/>
              <a:buChar char="•"/>
            </a:pPr>
            <a:r>
              <a:rPr lang="en-US" sz="1100" dirty="0">
                <a:solidFill>
                  <a:srgbClr val="3B3059"/>
                </a:solidFill>
              </a:rPr>
              <a:t>Separation of test logic and test data.</a:t>
            </a:r>
          </a:p>
          <a:p>
            <a:pPr marL="180000" indent="-180000">
              <a:spcBef>
                <a:spcPts val="500"/>
              </a:spcBef>
              <a:buFont typeface="Arial" panose="020B0604020202020204" pitchFamily="34" charset="0"/>
              <a:buChar char="•"/>
            </a:pPr>
            <a:r>
              <a:rPr lang="en-US" sz="1100" dirty="0">
                <a:solidFill>
                  <a:srgbClr val="3B3059"/>
                </a:solidFill>
              </a:rPr>
              <a:t>Improved stability through dynamic synchronization.</a:t>
            </a:r>
          </a:p>
        </p:txBody>
      </p:sp>
    </p:spTree>
    <p:extLst>
      <p:ext uri="{BB962C8B-B14F-4D97-AF65-F5344CB8AC3E}">
        <p14:creationId xmlns:p14="http://schemas.microsoft.com/office/powerpoint/2010/main" val="1363718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50"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5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B8DFAA0-A27F-0802-90D5-DC564782E5DE}"/>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Key Features Implemented</a:t>
            </a:r>
          </a:p>
        </p:txBody>
      </p:sp>
      <p:sp>
        <p:nvSpPr>
          <p:cNvPr id="100" name="Feature Card 1"/>
          <p:cNvSpPr/>
          <p:nvPr/>
        </p:nvSpPr>
        <p:spPr>
          <a:xfrm>
            <a:off x="5350000" y="1360000"/>
            <a:ext cx="6450000" cy="780000"/>
          </a:xfrm>
          <a:prstGeom prst="roundRect">
            <a:avLst>
              <a:gd name="adj" fmla="val 9000"/>
            </a:avLst>
          </a:prstGeom>
          <a:solidFill>
            <a:srgbClr val="FFFFFF"/>
          </a:solidFill>
          <a:ln w="9525">
            <a:solidFill>
              <a:srgbClr val="EAD9E6"/>
            </a:solidFill>
          </a:ln>
          <a:effectLst>
            <a:outerShdw blurRad="50000" dist="20000" dir="5400000" rotWithShape="0">
              <a:srgbClr val="3B3059">
                <a:alpha val="15000"/>
              </a:srgbClr>
            </a:outerShdw>
          </a:effectLst>
        </p:spPr>
        <p:txBody>
          <a:bodyPr/>
          <a:lstStyle/>
          <a:p>
            <a:endParaRPr lang="en-US"/>
          </a:p>
        </p:txBody>
      </p:sp>
      <p:sp>
        <p:nvSpPr>
          <p:cNvPr id="101" name="Icon Badge 1"/>
          <p:cNvSpPr/>
          <p:nvPr/>
        </p:nvSpPr>
        <p:spPr>
          <a:xfrm>
            <a:off x="5480000" y="1450000"/>
            <a:ext cx="600000" cy="600000"/>
          </a:xfrm>
          <a:prstGeom prst="ellipse">
            <a:avLst/>
          </a:prstGeom>
          <a:solidFill>
            <a:srgbClr val="FBE8F1"/>
          </a:solidFill>
          <a:ln>
            <a:noFill/>
          </a:ln>
        </p:spPr>
        <p:txBody>
          <a:bodyPr/>
          <a:lstStyle/>
          <a:p>
            <a:endParaRPr lang="en-US"/>
          </a:p>
        </p:txBody>
      </p:sp>
      <p:pic>
        <p:nvPicPr>
          <p:cNvPr id="102" name="Feature Icon 1"/>
          <p:cNvPicPr>
            <a:picLocks noChangeAspect="1"/>
          </p:cNvPicPr>
          <p:nvPr/>
        </p:nvPicPr>
        <p:blipFill>
          <a:blip r:embed="rId2"/>
          <a:stretch>
            <a:fillRect/>
          </a:stretch>
        </p:blipFill>
        <p:spPr>
          <a:xfrm>
            <a:off x="5565000" y="1539199"/>
            <a:ext cx="430000" cy="421601"/>
          </a:xfrm>
          <a:prstGeom prst="rect">
            <a:avLst/>
          </a:prstGeom>
        </p:spPr>
      </p:pic>
      <p:sp>
        <p:nvSpPr>
          <p:cNvPr id="103" name="Feature Title 1"/>
          <p:cNvSpPr txBox="1"/>
          <p:nvPr/>
        </p:nvSpPr>
        <p:spPr>
          <a:xfrm>
            <a:off x="6300000" y="1490000"/>
            <a:ext cx="5350000" cy="330000"/>
          </a:xfrm>
          <a:prstGeom prst="rect">
            <a:avLst/>
          </a:prstGeom>
          <a:noFill/>
        </p:spPr>
        <p:txBody>
          <a:bodyPr wrap="square" lIns="0" tIns="0" rIns="0" bIns="0" rtlCol="0" anchor="b">
            <a:normAutofit/>
          </a:bodyPr>
          <a:lstStyle/>
          <a:p>
            <a:pPr>
              <a:buNone/>
            </a:pPr>
            <a:r>
              <a:rPr lang="en-US" sz="1500" b="1">
                <a:solidFill>
                  <a:srgbClr val="3B3059"/>
                </a:solidFill>
              </a:rPr>
              <a:t>Cross-Browser Automation</a:t>
            </a:r>
          </a:p>
        </p:txBody>
      </p:sp>
      <p:sp>
        <p:nvSpPr>
          <p:cNvPr id="104" name="Feature Sub 1"/>
          <p:cNvSpPr txBox="1"/>
          <p:nvPr/>
        </p:nvSpPr>
        <p:spPr>
          <a:xfrm>
            <a:off x="6300000" y="1810000"/>
            <a:ext cx="5350000" cy="280000"/>
          </a:xfrm>
          <a:prstGeom prst="rect">
            <a:avLst/>
          </a:prstGeom>
          <a:noFill/>
        </p:spPr>
        <p:txBody>
          <a:bodyPr wrap="square" lIns="0" tIns="0" rIns="0" bIns="0" rtlCol="0" anchor="t">
            <a:normAutofit/>
          </a:bodyPr>
          <a:lstStyle/>
          <a:p>
            <a:pPr>
              <a:buNone/>
            </a:pPr>
            <a:r>
              <a:rPr lang="en-US" sz="1150">
                <a:solidFill>
                  <a:srgbClr val="B31166"/>
                </a:solidFill>
              </a:rPr>
              <a:t>Edge • Chrome • Firefox</a:t>
            </a:r>
          </a:p>
        </p:txBody>
      </p:sp>
      <p:sp>
        <p:nvSpPr>
          <p:cNvPr id="105" name="Feature Card 2"/>
          <p:cNvSpPr/>
          <p:nvPr/>
        </p:nvSpPr>
        <p:spPr>
          <a:xfrm>
            <a:off x="5350000" y="2300000"/>
            <a:ext cx="6450000" cy="780000"/>
          </a:xfrm>
          <a:prstGeom prst="roundRect">
            <a:avLst>
              <a:gd name="adj" fmla="val 9000"/>
            </a:avLst>
          </a:prstGeom>
          <a:solidFill>
            <a:srgbClr val="FFFFFF"/>
          </a:solidFill>
          <a:ln w="9525">
            <a:solidFill>
              <a:srgbClr val="EAD9E6"/>
            </a:solidFill>
          </a:ln>
          <a:effectLst>
            <a:outerShdw blurRad="50000" dist="20000" dir="5400000" rotWithShape="0">
              <a:srgbClr val="3B3059">
                <a:alpha val="15000"/>
              </a:srgbClr>
            </a:outerShdw>
          </a:effectLst>
        </p:spPr>
        <p:txBody>
          <a:bodyPr/>
          <a:lstStyle/>
          <a:p>
            <a:endParaRPr lang="en-US"/>
          </a:p>
        </p:txBody>
      </p:sp>
      <p:sp>
        <p:nvSpPr>
          <p:cNvPr id="106" name="Icon Badge 2"/>
          <p:cNvSpPr/>
          <p:nvPr/>
        </p:nvSpPr>
        <p:spPr>
          <a:xfrm>
            <a:off x="5480000" y="2390000"/>
            <a:ext cx="600000" cy="600000"/>
          </a:xfrm>
          <a:prstGeom prst="ellipse">
            <a:avLst/>
          </a:prstGeom>
          <a:solidFill>
            <a:srgbClr val="FBE8F1"/>
          </a:solidFill>
          <a:ln>
            <a:noFill/>
          </a:ln>
        </p:spPr>
        <p:txBody>
          <a:bodyPr/>
          <a:lstStyle/>
          <a:p>
            <a:endParaRPr lang="en-US"/>
          </a:p>
        </p:txBody>
      </p:sp>
      <p:pic>
        <p:nvPicPr>
          <p:cNvPr id="107" name="Feature Icon 2"/>
          <p:cNvPicPr>
            <a:picLocks noChangeAspect="1"/>
          </p:cNvPicPr>
          <p:nvPr/>
        </p:nvPicPr>
        <p:blipFill>
          <a:blip r:embed="rId3"/>
          <a:stretch>
            <a:fillRect/>
          </a:stretch>
        </p:blipFill>
        <p:spPr>
          <a:xfrm>
            <a:off x="5610771" y="2475000"/>
            <a:ext cx="338457" cy="430000"/>
          </a:xfrm>
          <a:prstGeom prst="rect">
            <a:avLst/>
          </a:prstGeom>
        </p:spPr>
      </p:pic>
      <p:sp>
        <p:nvSpPr>
          <p:cNvPr id="108" name="Feature Title 2"/>
          <p:cNvSpPr txBox="1"/>
          <p:nvPr/>
        </p:nvSpPr>
        <p:spPr>
          <a:xfrm>
            <a:off x="6300000" y="2430000"/>
            <a:ext cx="5350000" cy="330000"/>
          </a:xfrm>
          <a:prstGeom prst="rect">
            <a:avLst/>
          </a:prstGeom>
          <a:noFill/>
        </p:spPr>
        <p:txBody>
          <a:bodyPr wrap="square" lIns="0" tIns="0" rIns="0" bIns="0" rtlCol="0" anchor="b">
            <a:normAutofit/>
          </a:bodyPr>
          <a:lstStyle/>
          <a:p>
            <a:pPr>
              <a:buNone/>
            </a:pPr>
            <a:r>
              <a:rPr lang="en-US" sz="1500" b="1">
                <a:solidFill>
                  <a:srgbClr val="3B3059"/>
                </a:solidFill>
              </a:rPr>
              <a:t>Enterprise Authentication</a:t>
            </a:r>
          </a:p>
        </p:txBody>
      </p:sp>
      <p:sp>
        <p:nvSpPr>
          <p:cNvPr id="109" name="Feature Sub 2"/>
          <p:cNvSpPr txBox="1"/>
          <p:nvPr/>
        </p:nvSpPr>
        <p:spPr>
          <a:xfrm>
            <a:off x="6300000" y="2750000"/>
            <a:ext cx="5350000" cy="280000"/>
          </a:xfrm>
          <a:prstGeom prst="rect">
            <a:avLst/>
          </a:prstGeom>
          <a:noFill/>
        </p:spPr>
        <p:txBody>
          <a:bodyPr wrap="square" lIns="0" tIns="0" rIns="0" bIns="0" rtlCol="0" anchor="t">
            <a:normAutofit/>
          </a:bodyPr>
          <a:lstStyle/>
          <a:p>
            <a:pPr>
              <a:buNone/>
            </a:pPr>
            <a:r>
              <a:rPr lang="en-US" sz="1150">
                <a:solidFill>
                  <a:srgbClr val="B31166"/>
                </a:solidFill>
              </a:rPr>
              <a:t>Persistent Browser Profiles</a:t>
            </a:r>
          </a:p>
        </p:txBody>
      </p:sp>
      <p:sp>
        <p:nvSpPr>
          <p:cNvPr id="110" name="Feature Card 3"/>
          <p:cNvSpPr/>
          <p:nvPr/>
        </p:nvSpPr>
        <p:spPr>
          <a:xfrm>
            <a:off x="5350000" y="3240000"/>
            <a:ext cx="6450000" cy="780000"/>
          </a:xfrm>
          <a:prstGeom prst="roundRect">
            <a:avLst>
              <a:gd name="adj" fmla="val 9000"/>
            </a:avLst>
          </a:prstGeom>
          <a:solidFill>
            <a:srgbClr val="FFFFFF"/>
          </a:solidFill>
          <a:ln w="9525">
            <a:solidFill>
              <a:srgbClr val="EAD9E6"/>
            </a:solidFill>
          </a:ln>
          <a:effectLst>
            <a:outerShdw blurRad="50000" dist="20000" dir="5400000" rotWithShape="0">
              <a:srgbClr val="3B3059">
                <a:alpha val="15000"/>
              </a:srgbClr>
            </a:outerShdw>
          </a:effectLst>
        </p:spPr>
        <p:txBody>
          <a:bodyPr/>
          <a:lstStyle/>
          <a:p>
            <a:endParaRPr lang="en-US"/>
          </a:p>
        </p:txBody>
      </p:sp>
      <p:sp>
        <p:nvSpPr>
          <p:cNvPr id="111" name="Icon Badge 3"/>
          <p:cNvSpPr/>
          <p:nvPr/>
        </p:nvSpPr>
        <p:spPr>
          <a:xfrm>
            <a:off x="5480000" y="3330000"/>
            <a:ext cx="600000" cy="600000"/>
          </a:xfrm>
          <a:prstGeom prst="ellipse">
            <a:avLst/>
          </a:prstGeom>
          <a:solidFill>
            <a:srgbClr val="FBE8F1"/>
          </a:solidFill>
          <a:ln>
            <a:noFill/>
          </a:ln>
        </p:spPr>
        <p:txBody>
          <a:bodyPr/>
          <a:lstStyle/>
          <a:p>
            <a:endParaRPr lang="en-US"/>
          </a:p>
        </p:txBody>
      </p:sp>
      <p:pic>
        <p:nvPicPr>
          <p:cNvPr id="112" name="Feature Icon 3"/>
          <p:cNvPicPr>
            <a:picLocks noChangeAspect="1"/>
          </p:cNvPicPr>
          <p:nvPr/>
        </p:nvPicPr>
        <p:blipFill>
          <a:blip r:embed="rId4"/>
          <a:stretch>
            <a:fillRect/>
          </a:stretch>
        </p:blipFill>
        <p:spPr>
          <a:xfrm>
            <a:off x="5565000" y="3422139"/>
            <a:ext cx="430000" cy="415722"/>
          </a:xfrm>
          <a:prstGeom prst="rect">
            <a:avLst/>
          </a:prstGeom>
        </p:spPr>
      </p:pic>
      <p:sp>
        <p:nvSpPr>
          <p:cNvPr id="113" name="Feature Title 3"/>
          <p:cNvSpPr txBox="1"/>
          <p:nvPr/>
        </p:nvSpPr>
        <p:spPr>
          <a:xfrm>
            <a:off x="6300000" y="3370000"/>
            <a:ext cx="5350000" cy="330000"/>
          </a:xfrm>
          <a:prstGeom prst="rect">
            <a:avLst/>
          </a:prstGeom>
          <a:noFill/>
        </p:spPr>
        <p:txBody>
          <a:bodyPr wrap="square" lIns="0" tIns="0" rIns="0" bIns="0" rtlCol="0" anchor="b">
            <a:normAutofit/>
          </a:bodyPr>
          <a:lstStyle/>
          <a:p>
            <a:pPr>
              <a:buNone/>
            </a:pPr>
            <a:r>
              <a:rPr lang="en-US" sz="1500" b="1">
                <a:solidFill>
                  <a:srgbClr val="3B3059"/>
                </a:solidFill>
              </a:rPr>
              <a:t>Reusable Test Framework</a:t>
            </a:r>
          </a:p>
        </p:txBody>
      </p:sp>
      <p:sp>
        <p:nvSpPr>
          <p:cNvPr id="114" name="Feature Sub 3"/>
          <p:cNvSpPr txBox="1"/>
          <p:nvPr/>
        </p:nvSpPr>
        <p:spPr>
          <a:xfrm>
            <a:off x="6300000" y="3690000"/>
            <a:ext cx="5350000" cy="280000"/>
          </a:xfrm>
          <a:prstGeom prst="rect">
            <a:avLst/>
          </a:prstGeom>
          <a:noFill/>
        </p:spPr>
        <p:txBody>
          <a:bodyPr wrap="square" lIns="0" tIns="0" rIns="0" bIns="0" rtlCol="0" anchor="t">
            <a:normAutofit/>
          </a:bodyPr>
          <a:lstStyle/>
          <a:p>
            <a:pPr>
              <a:buNone/>
            </a:pPr>
            <a:r>
              <a:rPr lang="en-US" sz="1150">
                <a:solidFill>
                  <a:srgbClr val="B31166"/>
                </a:solidFill>
              </a:rPr>
              <a:t>Modular Structure</a:t>
            </a:r>
          </a:p>
        </p:txBody>
      </p:sp>
      <p:sp>
        <p:nvSpPr>
          <p:cNvPr id="115" name="Feature Card 4"/>
          <p:cNvSpPr/>
          <p:nvPr/>
        </p:nvSpPr>
        <p:spPr>
          <a:xfrm>
            <a:off x="5350000" y="4180000"/>
            <a:ext cx="6450000" cy="780000"/>
          </a:xfrm>
          <a:prstGeom prst="roundRect">
            <a:avLst>
              <a:gd name="adj" fmla="val 9000"/>
            </a:avLst>
          </a:prstGeom>
          <a:solidFill>
            <a:srgbClr val="FFFFFF"/>
          </a:solidFill>
          <a:ln w="9525">
            <a:solidFill>
              <a:srgbClr val="EAD9E6"/>
            </a:solidFill>
          </a:ln>
          <a:effectLst>
            <a:outerShdw blurRad="50000" dist="20000" dir="5400000" rotWithShape="0">
              <a:srgbClr val="3B3059">
                <a:alpha val="15000"/>
              </a:srgbClr>
            </a:outerShdw>
          </a:effectLst>
        </p:spPr>
        <p:txBody>
          <a:bodyPr/>
          <a:lstStyle/>
          <a:p>
            <a:endParaRPr lang="en-US"/>
          </a:p>
        </p:txBody>
      </p:sp>
      <p:sp>
        <p:nvSpPr>
          <p:cNvPr id="116" name="Icon Badge 4"/>
          <p:cNvSpPr/>
          <p:nvPr/>
        </p:nvSpPr>
        <p:spPr>
          <a:xfrm>
            <a:off x="5480000" y="4270000"/>
            <a:ext cx="600000" cy="600000"/>
          </a:xfrm>
          <a:prstGeom prst="ellipse">
            <a:avLst/>
          </a:prstGeom>
          <a:solidFill>
            <a:srgbClr val="FBE8F1"/>
          </a:solidFill>
          <a:ln>
            <a:noFill/>
          </a:ln>
        </p:spPr>
        <p:txBody>
          <a:bodyPr/>
          <a:lstStyle/>
          <a:p>
            <a:endParaRPr lang="en-US"/>
          </a:p>
        </p:txBody>
      </p:sp>
      <p:pic>
        <p:nvPicPr>
          <p:cNvPr id="117" name="Feature Icon 4"/>
          <p:cNvPicPr>
            <a:picLocks noChangeAspect="1"/>
          </p:cNvPicPr>
          <p:nvPr/>
        </p:nvPicPr>
        <p:blipFill>
          <a:blip r:embed="rId5"/>
          <a:stretch>
            <a:fillRect/>
          </a:stretch>
        </p:blipFill>
        <p:spPr>
          <a:xfrm>
            <a:off x="5584316" y="4355000"/>
            <a:ext cx="391367" cy="430000"/>
          </a:xfrm>
          <a:prstGeom prst="rect">
            <a:avLst/>
          </a:prstGeom>
        </p:spPr>
      </p:pic>
      <p:sp>
        <p:nvSpPr>
          <p:cNvPr id="118" name="Feature Title 4"/>
          <p:cNvSpPr txBox="1"/>
          <p:nvPr/>
        </p:nvSpPr>
        <p:spPr>
          <a:xfrm>
            <a:off x="6300000" y="4310000"/>
            <a:ext cx="5350000" cy="330000"/>
          </a:xfrm>
          <a:prstGeom prst="rect">
            <a:avLst/>
          </a:prstGeom>
          <a:noFill/>
        </p:spPr>
        <p:txBody>
          <a:bodyPr wrap="square" lIns="0" tIns="0" rIns="0" bIns="0" rtlCol="0" anchor="b">
            <a:normAutofit/>
          </a:bodyPr>
          <a:lstStyle/>
          <a:p>
            <a:pPr>
              <a:buNone/>
            </a:pPr>
            <a:r>
              <a:rPr lang="en-US" sz="1500" b="1">
                <a:solidFill>
                  <a:srgbClr val="3B3059"/>
                </a:solidFill>
              </a:rPr>
              <a:t>Reliable Test Execution</a:t>
            </a:r>
          </a:p>
        </p:txBody>
      </p:sp>
      <p:sp>
        <p:nvSpPr>
          <p:cNvPr id="119" name="Feature Sub 4"/>
          <p:cNvSpPr txBox="1"/>
          <p:nvPr/>
        </p:nvSpPr>
        <p:spPr>
          <a:xfrm>
            <a:off x="6300000" y="4630000"/>
            <a:ext cx="5350000" cy="280000"/>
          </a:xfrm>
          <a:prstGeom prst="rect">
            <a:avLst/>
          </a:prstGeom>
          <a:noFill/>
        </p:spPr>
        <p:txBody>
          <a:bodyPr wrap="square" lIns="0" tIns="0" rIns="0" bIns="0" rtlCol="0" anchor="t">
            <a:normAutofit/>
          </a:bodyPr>
          <a:lstStyle/>
          <a:p>
            <a:pPr>
              <a:buNone/>
            </a:pPr>
            <a:r>
              <a:rPr lang="en-US" sz="1150">
                <a:solidFill>
                  <a:srgbClr val="B31166"/>
                </a:solidFill>
              </a:rPr>
              <a:t>Dynamic Synchronization</a:t>
            </a:r>
          </a:p>
        </p:txBody>
      </p:sp>
      <p:sp>
        <p:nvSpPr>
          <p:cNvPr id="120" name="Feature Card 5"/>
          <p:cNvSpPr/>
          <p:nvPr/>
        </p:nvSpPr>
        <p:spPr>
          <a:xfrm>
            <a:off x="5350000" y="5120000"/>
            <a:ext cx="6450000" cy="780000"/>
          </a:xfrm>
          <a:prstGeom prst="roundRect">
            <a:avLst>
              <a:gd name="adj" fmla="val 9000"/>
            </a:avLst>
          </a:prstGeom>
          <a:solidFill>
            <a:srgbClr val="FFFFFF"/>
          </a:solidFill>
          <a:ln w="9525">
            <a:solidFill>
              <a:srgbClr val="EAD9E6"/>
            </a:solidFill>
          </a:ln>
          <a:effectLst>
            <a:outerShdw blurRad="50000" dist="20000" dir="5400000" rotWithShape="0">
              <a:srgbClr val="3B3059">
                <a:alpha val="15000"/>
              </a:srgbClr>
            </a:outerShdw>
          </a:effectLst>
        </p:spPr>
        <p:txBody>
          <a:bodyPr/>
          <a:lstStyle/>
          <a:p>
            <a:endParaRPr lang="en-US"/>
          </a:p>
        </p:txBody>
      </p:sp>
      <p:sp>
        <p:nvSpPr>
          <p:cNvPr id="121" name="Icon Badge 5"/>
          <p:cNvSpPr/>
          <p:nvPr/>
        </p:nvSpPr>
        <p:spPr>
          <a:xfrm>
            <a:off x="5480000" y="5210000"/>
            <a:ext cx="600000" cy="600000"/>
          </a:xfrm>
          <a:prstGeom prst="ellipse">
            <a:avLst/>
          </a:prstGeom>
          <a:solidFill>
            <a:srgbClr val="FBE8F1"/>
          </a:solidFill>
          <a:ln>
            <a:noFill/>
          </a:ln>
        </p:spPr>
        <p:txBody>
          <a:bodyPr/>
          <a:lstStyle/>
          <a:p>
            <a:endParaRPr lang="en-US"/>
          </a:p>
        </p:txBody>
      </p:sp>
      <p:pic>
        <p:nvPicPr>
          <p:cNvPr id="122" name="Feature Icon 5"/>
          <p:cNvPicPr>
            <a:picLocks noChangeAspect="1"/>
          </p:cNvPicPr>
          <p:nvPr/>
        </p:nvPicPr>
        <p:blipFill>
          <a:blip r:embed="rId6"/>
          <a:stretch>
            <a:fillRect/>
          </a:stretch>
        </p:blipFill>
        <p:spPr>
          <a:xfrm>
            <a:off x="5571299" y="5295000"/>
            <a:ext cx="417402" cy="430000"/>
          </a:xfrm>
          <a:prstGeom prst="rect">
            <a:avLst/>
          </a:prstGeom>
        </p:spPr>
      </p:pic>
      <p:sp>
        <p:nvSpPr>
          <p:cNvPr id="123" name="Feature Title 5"/>
          <p:cNvSpPr txBox="1"/>
          <p:nvPr/>
        </p:nvSpPr>
        <p:spPr>
          <a:xfrm>
            <a:off x="6300000" y="5250000"/>
            <a:ext cx="5350000" cy="330000"/>
          </a:xfrm>
          <a:prstGeom prst="rect">
            <a:avLst/>
          </a:prstGeom>
          <a:noFill/>
        </p:spPr>
        <p:txBody>
          <a:bodyPr wrap="square" lIns="0" tIns="0" rIns="0" bIns="0" rtlCol="0" anchor="b">
            <a:normAutofit/>
          </a:bodyPr>
          <a:lstStyle/>
          <a:p>
            <a:pPr>
              <a:buNone/>
            </a:pPr>
            <a:r>
              <a:rPr lang="en-US" sz="1500" b="1">
                <a:solidFill>
                  <a:srgbClr val="3B3059"/>
                </a:solidFill>
              </a:rPr>
              <a:t>Scalable Design</a:t>
            </a:r>
          </a:p>
        </p:txBody>
      </p:sp>
      <p:sp>
        <p:nvSpPr>
          <p:cNvPr id="124" name="Feature Sub 5"/>
          <p:cNvSpPr txBox="1"/>
          <p:nvPr/>
        </p:nvSpPr>
        <p:spPr>
          <a:xfrm>
            <a:off x="6300000" y="5570000"/>
            <a:ext cx="5350000" cy="280000"/>
          </a:xfrm>
          <a:prstGeom prst="rect">
            <a:avLst/>
          </a:prstGeom>
          <a:noFill/>
        </p:spPr>
        <p:txBody>
          <a:bodyPr wrap="square" lIns="0" tIns="0" rIns="0" bIns="0" rtlCol="0" anchor="t">
            <a:normAutofit/>
          </a:bodyPr>
          <a:lstStyle/>
          <a:p>
            <a:pPr>
              <a:buNone/>
            </a:pPr>
            <a:r>
              <a:rPr lang="en-US" sz="1150">
                <a:solidFill>
                  <a:srgbClr val="B31166"/>
                </a:solidFill>
              </a:rPr>
              <a:t>Easy Future Enhancements</a:t>
            </a:r>
          </a:p>
        </p:txBody>
      </p:sp>
    </p:spTree>
    <p:extLst>
      <p:ext uri="{BB962C8B-B14F-4D97-AF65-F5344CB8AC3E}">
        <p14:creationId xmlns:p14="http://schemas.microsoft.com/office/powerpoint/2010/main" val="1363718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50"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5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B8DFAA0-A27F-0802-90D5-DC564782E5DE}"/>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Challenges Faced &amp; Solutions</a:t>
            </a:r>
          </a:p>
        </p:txBody>
      </p:sp>
      <p:sp>
        <p:nvSpPr>
          <p:cNvPr id="100" name="Header Pill"/>
          <p:cNvSpPr/>
          <p:nvPr/>
        </p:nvSpPr>
        <p:spPr>
          <a:xfrm>
            <a:off x="5250000" y="1170000"/>
            <a:ext cx="2880000" cy="340000"/>
          </a:xfrm>
          <a:prstGeom prst="roundRect">
            <a:avLst>
              <a:gd name="adj" fmla="val 50000"/>
            </a:avLst>
          </a:prstGeom>
          <a:solidFill>
            <a:srgbClr val="C0392B"/>
          </a:solidFill>
          <a:ln>
            <a:noFill/>
          </a:ln>
        </p:spPr>
        <p:txBody>
          <a:bodyPr rtlCol="0" anchor="ctr">
            <a:normAutofit fontScale="92500" lnSpcReduction="20000"/>
          </a:bodyPr>
          <a:lstStyle/>
          <a:p>
            <a:pPr algn="ctr">
              <a:buNone/>
            </a:pPr>
            <a:r>
              <a:rPr lang="en-US" sz="1300" b="1">
                <a:solidFill>
                  <a:srgbClr val="FFFFFF"/>
                </a:solidFill>
              </a:rPr>
              <a:t>⚠  CHALLENGE</a:t>
            </a:r>
          </a:p>
        </p:txBody>
      </p:sp>
      <p:sp>
        <p:nvSpPr>
          <p:cNvPr id="101" name="Header Pill"/>
          <p:cNvSpPr/>
          <p:nvPr/>
        </p:nvSpPr>
        <p:spPr>
          <a:xfrm>
            <a:off x="8600000" y="1170000"/>
            <a:ext cx="3250000" cy="340000"/>
          </a:xfrm>
          <a:prstGeom prst="roundRect">
            <a:avLst>
              <a:gd name="adj" fmla="val 50000"/>
            </a:avLst>
          </a:prstGeom>
          <a:solidFill>
            <a:srgbClr val="1E8449"/>
          </a:solidFill>
          <a:ln>
            <a:noFill/>
          </a:ln>
        </p:spPr>
        <p:txBody>
          <a:bodyPr rtlCol="0" anchor="ctr">
            <a:normAutofit fontScale="92500" lnSpcReduction="20000"/>
          </a:bodyPr>
          <a:lstStyle/>
          <a:p>
            <a:pPr algn="ctr">
              <a:buNone/>
            </a:pPr>
            <a:r>
              <a:rPr lang="en-US" sz="1300" b="1">
                <a:solidFill>
                  <a:srgbClr val="FFFFFF"/>
                </a:solidFill>
              </a:rPr>
              <a:t>✔  SOLUTION</a:t>
            </a:r>
          </a:p>
        </p:txBody>
      </p:sp>
      <p:sp>
        <p:nvSpPr>
          <p:cNvPr id="102" name="Cell"/>
          <p:cNvSpPr/>
          <p:nvPr/>
        </p:nvSpPr>
        <p:spPr>
          <a:xfrm>
            <a:off x="5250000" y="1620000"/>
            <a:ext cx="2880000" cy="800000"/>
          </a:xfrm>
          <a:prstGeom prst="roundRect">
            <a:avLst>
              <a:gd name="adj" fmla="val 7000"/>
            </a:avLst>
          </a:prstGeom>
          <a:solidFill>
            <a:srgbClr val="FBEDEC"/>
          </a:solidFill>
          <a:ln w="9525">
            <a:solidFill>
              <a:srgbClr val="E1A9A2"/>
            </a:solidFill>
          </a:ln>
        </p:spPr>
        <p:txBody>
          <a:bodyPr wrap="square" lIns="126000" tIns="54000" rIns="126000" bIns="54000" rtlCol="0" anchor="ctr">
            <a:normAutofit/>
          </a:bodyPr>
          <a:lstStyle/>
          <a:p>
            <a:pPr algn="l">
              <a:buNone/>
            </a:pPr>
            <a:r>
              <a:rPr lang="en-US" sz="900">
                <a:solidFill>
                  <a:srgbClr val="3B3059"/>
                </a:solidFill>
              </a:rPr>
              <a:t>Enterprise SSO and Passkey authentication caused inconsistent browser sessions.</a:t>
            </a:r>
          </a:p>
        </p:txBody>
      </p:sp>
      <p:sp>
        <p:nvSpPr>
          <p:cNvPr id="103" name="Arrow"/>
          <p:cNvSpPr/>
          <p:nvPr/>
        </p:nvSpPr>
        <p:spPr>
          <a:xfrm>
            <a:off x="8180000" y="1890000"/>
            <a:ext cx="340000" cy="260000"/>
          </a:xfrm>
          <a:prstGeom prst="rightArrow">
            <a:avLst>
              <a:gd name="adj1" fmla="val 55000"/>
              <a:gd name="adj2" fmla="val 55000"/>
            </a:avLst>
          </a:prstGeom>
          <a:solidFill>
            <a:srgbClr val="B31166"/>
          </a:solidFill>
          <a:ln>
            <a:noFill/>
          </a:ln>
        </p:spPr>
        <p:txBody>
          <a:bodyPr/>
          <a:lstStyle/>
          <a:p>
            <a:endParaRPr lang="en-US"/>
          </a:p>
        </p:txBody>
      </p:sp>
      <p:sp>
        <p:nvSpPr>
          <p:cNvPr id="104" name="Cell"/>
          <p:cNvSpPr/>
          <p:nvPr/>
        </p:nvSpPr>
        <p:spPr>
          <a:xfrm>
            <a:off x="8600000" y="1620000"/>
            <a:ext cx="3250000" cy="800000"/>
          </a:xfrm>
          <a:prstGeom prst="roundRect">
            <a:avLst>
              <a:gd name="adj" fmla="val 7000"/>
            </a:avLst>
          </a:prstGeom>
          <a:solidFill>
            <a:srgbClr val="EAF6EF"/>
          </a:solidFill>
          <a:ln w="9525">
            <a:solidFill>
              <a:srgbClr val="A9D6BE"/>
            </a:solidFill>
          </a:ln>
        </p:spPr>
        <p:txBody>
          <a:bodyPr wrap="square" lIns="126000" tIns="54000" rIns="126000" bIns="54000" rtlCol="0" anchor="ctr">
            <a:normAutofit/>
          </a:bodyPr>
          <a:lstStyle/>
          <a:p>
            <a:pPr algn="l">
              <a:buNone/>
            </a:pPr>
            <a:r>
              <a:rPr lang="en-US" sz="900">
                <a:solidFill>
                  <a:srgbClr val="3B3059"/>
                </a:solidFill>
              </a:rPr>
              <a:t>Implemented persistent browser profiles to maintain authenticated sessions across executions.</a:t>
            </a:r>
          </a:p>
        </p:txBody>
      </p:sp>
      <p:sp>
        <p:nvSpPr>
          <p:cNvPr id="105" name="Cell"/>
          <p:cNvSpPr/>
          <p:nvPr/>
        </p:nvSpPr>
        <p:spPr>
          <a:xfrm>
            <a:off x="5250000" y="2490000"/>
            <a:ext cx="2880000" cy="800000"/>
          </a:xfrm>
          <a:prstGeom prst="roundRect">
            <a:avLst>
              <a:gd name="adj" fmla="val 7000"/>
            </a:avLst>
          </a:prstGeom>
          <a:solidFill>
            <a:srgbClr val="FBEDEC"/>
          </a:solidFill>
          <a:ln w="9525">
            <a:solidFill>
              <a:srgbClr val="E1A9A2"/>
            </a:solidFill>
          </a:ln>
        </p:spPr>
        <p:txBody>
          <a:bodyPr wrap="square" lIns="126000" tIns="54000" rIns="126000" bIns="54000" rtlCol="0" anchor="ctr">
            <a:normAutofit/>
          </a:bodyPr>
          <a:lstStyle/>
          <a:p>
            <a:pPr algn="l">
              <a:buNone/>
            </a:pPr>
            <a:r>
              <a:rPr lang="en-US" sz="900">
                <a:solidFill>
                  <a:srgbClr val="3B3059"/>
                </a:solidFill>
              </a:rPr>
              <a:t>Different browsers exhibited different behavior during automation execution.</a:t>
            </a:r>
          </a:p>
        </p:txBody>
      </p:sp>
      <p:sp>
        <p:nvSpPr>
          <p:cNvPr id="106" name="Arrow"/>
          <p:cNvSpPr/>
          <p:nvPr/>
        </p:nvSpPr>
        <p:spPr>
          <a:xfrm>
            <a:off x="8180000" y="2760000"/>
            <a:ext cx="340000" cy="260000"/>
          </a:xfrm>
          <a:prstGeom prst="rightArrow">
            <a:avLst>
              <a:gd name="adj1" fmla="val 55000"/>
              <a:gd name="adj2" fmla="val 55000"/>
            </a:avLst>
          </a:prstGeom>
          <a:solidFill>
            <a:srgbClr val="B31166"/>
          </a:solidFill>
          <a:ln>
            <a:noFill/>
          </a:ln>
        </p:spPr>
        <p:txBody>
          <a:bodyPr/>
          <a:lstStyle/>
          <a:p>
            <a:endParaRPr lang="en-US"/>
          </a:p>
        </p:txBody>
      </p:sp>
      <p:sp>
        <p:nvSpPr>
          <p:cNvPr id="107" name="Cell"/>
          <p:cNvSpPr/>
          <p:nvPr/>
        </p:nvSpPr>
        <p:spPr>
          <a:xfrm>
            <a:off x="8600000" y="2490000"/>
            <a:ext cx="3250000" cy="800000"/>
          </a:xfrm>
          <a:prstGeom prst="roundRect">
            <a:avLst>
              <a:gd name="adj" fmla="val 7000"/>
            </a:avLst>
          </a:prstGeom>
          <a:solidFill>
            <a:srgbClr val="EAF6EF"/>
          </a:solidFill>
          <a:ln w="9525">
            <a:solidFill>
              <a:srgbClr val="A9D6BE"/>
            </a:solidFill>
          </a:ln>
        </p:spPr>
        <p:txBody>
          <a:bodyPr wrap="square" lIns="126000" tIns="54000" rIns="126000" bIns="54000" rtlCol="0" anchor="ctr">
            <a:normAutofit/>
          </a:bodyPr>
          <a:lstStyle/>
          <a:p>
            <a:pPr algn="l">
              <a:buNone/>
            </a:pPr>
            <a:r>
              <a:rPr lang="en-US" sz="900">
                <a:solidFill>
                  <a:srgbClr val="3B3059"/>
                </a:solidFill>
              </a:rPr>
              <a:t>Introduced browser-specific configurations to ensure consistent execution across supported browsers.</a:t>
            </a:r>
          </a:p>
        </p:txBody>
      </p:sp>
      <p:sp>
        <p:nvSpPr>
          <p:cNvPr id="108" name="Cell"/>
          <p:cNvSpPr/>
          <p:nvPr/>
        </p:nvSpPr>
        <p:spPr>
          <a:xfrm>
            <a:off x="5250000" y="3360000"/>
            <a:ext cx="2880000" cy="800000"/>
          </a:xfrm>
          <a:prstGeom prst="roundRect">
            <a:avLst>
              <a:gd name="adj" fmla="val 7000"/>
            </a:avLst>
          </a:prstGeom>
          <a:solidFill>
            <a:srgbClr val="FBEDEC"/>
          </a:solidFill>
          <a:ln w="9525">
            <a:solidFill>
              <a:srgbClr val="E1A9A2"/>
            </a:solidFill>
          </a:ln>
        </p:spPr>
        <p:txBody>
          <a:bodyPr wrap="square" lIns="126000" tIns="54000" rIns="126000" bIns="54000" rtlCol="0" anchor="ctr">
            <a:normAutofit/>
          </a:bodyPr>
          <a:lstStyle/>
          <a:p>
            <a:pPr algn="l">
              <a:buNone/>
            </a:pPr>
            <a:r>
              <a:rPr lang="en-US" sz="900">
                <a:solidFill>
                  <a:srgbClr val="3B3059"/>
                </a:solidFill>
              </a:rPr>
              <a:t>Popup windows and browser navigation caused synchronization issues.</a:t>
            </a:r>
          </a:p>
        </p:txBody>
      </p:sp>
      <p:sp>
        <p:nvSpPr>
          <p:cNvPr id="109" name="Arrow"/>
          <p:cNvSpPr/>
          <p:nvPr/>
        </p:nvSpPr>
        <p:spPr>
          <a:xfrm>
            <a:off x="8180000" y="3630000"/>
            <a:ext cx="340000" cy="260000"/>
          </a:xfrm>
          <a:prstGeom prst="rightArrow">
            <a:avLst>
              <a:gd name="adj1" fmla="val 55000"/>
              <a:gd name="adj2" fmla="val 55000"/>
            </a:avLst>
          </a:prstGeom>
          <a:solidFill>
            <a:srgbClr val="B31166"/>
          </a:solidFill>
          <a:ln>
            <a:noFill/>
          </a:ln>
        </p:spPr>
        <p:txBody>
          <a:bodyPr/>
          <a:lstStyle/>
          <a:p>
            <a:endParaRPr lang="en-US"/>
          </a:p>
        </p:txBody>
      </p:sp>
      <p:sp>
        <p:nvSpPr>
          <p:cNvPr id="110" name="Cell"/>
          <p:cNvSpPr/>
          <p:nvPr/>
        </p:nvSpPr>
        <p:spPr>
          <a:xfrm>
            <a:off x="8600000" y="3360000"/>
            <a:ext cx="3250000" cy="800000"/>
          </a:xfrm>
          <a:prstGeom prst="roundRect">
            <a:avLst>
              <a:gd name="adj" fmla="val 7000"/>
            </a:avLst>
          </a:prstGeom>
          <a:solidFill>
            <a:srgbClr val="EAF6EF"/>
          </a:solidFill>
          <a:ln w="9525">
            <a:solidFill>
              <a:srgbClr val="A9D6BE"/>
            </a:solidFill>
          </a:ln>
        </p:spPr>
        <p:txBody>
          <a:bodyPr wrap="square" lIns="126000" tIns="54000" rIns="126000" bIns="54000" rtlCol="0" anchor="ctr">
            <a:normAutofit/>
          </a:bodyPr>
          <a:lstStyle/>
          <a:p>
            <a:pPr algn="l">
              <a:buNone/>
            </a:pPr>
            <a:r>
              <a:rPr lang="en-US" sz="900">
                <a:solidFill>
                  <a:srgbClr val="3B3059"/>
                </a:solidFill>
              </a:rPr>
              <a:t>Implemented event-based popup handling and improved browser synchronization.</a:t>
            </a:r>
          </a:p>
        </p:txBody>
      </p:sp>
      <p:sp>
        <p:nvSpPr>
          <p:cNvPr id="111" name="Cell"/>
          <p:cNvSpPr/>
          <p:nvPr/>
        </p:nvSpPr>
        <p:spPr>
          <a:xfrm>
            <a:off x="5250000" y="4230000"/>
            <a:ext cx="2880000" cy="800000"/>
          </a:xfrm>
          <a:prstGeom prst="roundRect">
            <a:avLst>
              <a:gd name="adj" fmla="val 7000"/>
            </a:avLst>
          </a:prstGeom>
          <a:solidFill>
            <a:srgbClr val="FBEDEC"/>
          </a:solidFill>
          <a:ln w="9525">
            <a:solidFill>
              <a:srgbClr val="E1A9A2"/>
            </a:solidFill>
          </a:ln>
        </p:spPr>
        <p:txBody>
          <a:bodyPr wrap="square" lIns="126000" tIns="54000" rIns="126000" bIns="54000" rtlCol="0" anchor="ctr">
            <a:normAutofit/>
          </a:bodyPr>
          <a:lstStyle/>
          <a:p>
            <a:pPr algn="l">
              <a:buNone/>
            </a:pPr>
            <a:r>
              <a:rPr lang="en-US" sz="900">
                <a:solidFill>
                  <a:srgbClr val="3B3059"/>
                </a:solidFill>
              </a:rPr>
              <a:t>Static waits affected execution time and reduced test reliability.</a:t>
            </a:r>
          </a:p>
        </p:txBody>
      </p:sp>
      <p:sp>
        <p:nvSpPr>
          <p:cNvPr id="112" name="Arrow"/>
          <p:cNvSpPr/>
          <p:nvPr/>
        </p:nvSpPr>
        <p:spPr>
          <a:xfrm>
            <a:off x="8180000" y="4500000"/>
            <a:ext cx="340000" cy="260000"/>
          </a:xfrm>
          <a:prstGeom prst="rightArrow">
            <a:avLst>
              <a:gd name="adj1" fmla="val 55000"/>
              <a:gd name="adj2" fmla="val 55000"/>
            </a:avLst>
          </a:prstGeom>
          <a:solidFill>
            <a:srgbClr val="B31166"/>
          </a:solidFill>
          <a:ln>
            <a:noFill/>
          </a:ln>
        </p:spPr>
        <p:txBody>
          <a:bodyPr/>
          <a:lstStyle/>
          <a:p>
            <a:endParaRPr lang="en-US"/>
          </a:p>
        </p:txBody>
      </p:sp>
      <p:sp>
        <p:nvSpPr>
          <p:cNvPr id="113" name="Cell"/>
          <p:cNvSpPr/>
          <p:nvPr/>
        </p:nvSpPr>
        <p:spPr>
          <a:xfrm>
            <a:off x="8600000" y="4230000"/>
            <a:ext cx="3250000" cy="800000"/>
          </a:xfrm>
          <a:prstGeom prst="roundRect">
            <a:avLst>
              <a:gd name="adj" fmla="val 7000"/>
            </a:avLst>
          </a:prstGeom>
          <a:solidFill>
            <a:srgbClr val="EAF6EF"/>
          </a:solidFill>
          <a:ln w="9525">
            <a:solidFill>
              <a:srgbClr val="A9D6BE"/>
            </a:solidFill>
          </a:ln>
        </p:spPr>
        <p:txBody>
          <a:bodyPr wrap="square" lIns="126000" tIns="54000" rIns="126000" bIns="54000" rtlCol="0" anchor="ctr">
            <a:normAutofit/>
          </a:bodyPr>
          <a:lstStyle/>
          <a:p>
            <a:pPr algn="l">
              <a:buNone/>
            </a:pPr>
            <a:r>
              <a:rPr lang="en-US" sz="900">
                <a:solidFill>
                  <a:srgbClr val="3B3059"/>
                </a:solidFill>
              </a:rPr>
              <a:t>Replaced static delays with dynamic waits based on element and page state.</a:t>
            </a:r>
          </a:p>
        </p:txBody>
      </p:sp>
      <p:sp>
        <p:nvSpPr>
          <p:cNvPr id="114" name="Cell"/>
          <p:cNvSpPr/>
          <p:nvPr/>
        </p:nvSpPr>
        <p:spPr>
          <a:xfrm>
            <a:off x="5250000" y="5100000"/>
            <a:ext cx="2880000" cy="800000"/>
          </a:xfrm>
          <a:prstGeom prst="roundRect">
            <a:avLst>
              <a:gd name="adj" fmla="val 7000"/>
            </a:avLst>
          </a:prstGeom>
          <a:solidFill>
            <a:srgbClr val="FBEDEC"/>
          </a:solidFill>
          <a:ln w="9525">
            <a:solidFill>
              <a:srgbClr val="E1A9A2"/>
            </a:solidFill>
          </a:ln>
        </p:spPr>
        <p:txBody>
          <a:bodyPr wrap="square" lIns="126000" tIns="54000" rIns="126000" bIns="54000" rtlCol="0" anchor="ctr">
            <a:normAutofit/>
          </a:bodyPr>
          <a:lstStyle/>
          <a:p>
            <a:pPr algn="l">
              <a:buNone/>
            </a:pPr>
            <a:r>
              <a:rPr lang="en-US" sz="900">
                <a:solidFill>
                  <a:srgbClr val="3B3059"/>
                </a:solidFill>
              </a:rPr>
              <a:t>Initial automation was difficult to maintain due to hardcoded values.</a:t>
            </a:r>
          </a:p>
        </p:txBody>
      </p:sp>
      <p:sp>
        <p:nvSpPr>
          <p:cNvPr id="115" name="Arrow"/>
          <p:cNvSpPr/>
          <p:nvPr/>
        </p:nvSpPr>
        <p:spPr>
          <a:xfrm>
            <a:off x="8180000" y="5370000"/>
            <a:ext cx="340000" cy="260000"/>
          </a:xfrm>
          <a:prstGeom prst="rightArrow">
            <a:avLst>
              <a:gd name="adj1" fmla="val 55000"/>
              <a:gd name="adj2" fmla="val 55000"/>
            </a:avLst>
          </a:prstGeom>
          <a:solidFill>
            <a:srgbClr val="B31166"/>
          </a:solidFill>
          <a:ln>
            <a:noFill/>
          </a:ln>
        </p:spPr>
        <p:txBody>
          <a:bodyPr/>
          <a:lstStyle/>
          <a:p>
            <a:endParaRPr lang="en-US"/>
          </a:p>
        </p:txBody>
      </p:sp>
      <p:sp>
        <p:nvSpPr>
          <p:cNvPr id="116" name="Cell"/>
          <p:cNvSpPr/>
          <p:nvPr/>
        </p:nvSpPr>
        <p:spPr>
          <a:xfrm>
            <a:off x="8600000" y="5100000"/>
            <a:ext cx="3250000" cy="800000"/>
          </a:xfrm>
          <a:prstGeom prst="roundRect">
            <a:avLst>
              <a:gd name="adj" fmla="val 7000"/>
            </a:avLst>
          </a:prstGeom>
          <a:solidFill>
            <a:srgbClr val="EAF6EF"/>
          </a:solidFill>
          <a:ln w="9525">
            <a:solidFill>
              <a:srgbClr val="A9D6BE"/>
            </a:solidFill>
          </a:ln>
        </p:spPr>
        <p:txBody>
          <a:bodyPr wrap="square" lIns="126000" tIns="54000" rIns="126000" bIns="54000" rtlCol="0" anchor="ctr">
            <a:normAutofit/>
          </a:bodyPr>
          <a:lstStyle/>
          <a:p>
            <a:pPr algn="l">
              <a:buNone/>
            </a:pPr>
            <a:r>
              <a:rPr lang="en-US" sz="900">
                <a:solidFill>
                  <a:srgbClr val="3B3059"/>
                </a:solidFill>
              </a:rPr>
              <a:t>Refactored the framework into a modular and configurable structure with externalized test data.</a:t>
            </a:r>
          </a:p>
        </p:txBody>
      </p:sp>
    </p:spTree>
    <p:extLst>
      <p:ext uri="{BB962C8B-B14F-4D97-AF65-F5344CB8AC3E}">
        <p14:creationId xmlns:p14="http://schemas.microsoft.com/office/powerpoint/2010/main" val="1363718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50"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5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B8DFAA0-A27F-0802-90D5-DC564782E5DE}"/>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Project Outcomes</a:t>
            </a:r>
          </a:p>
        </p:txBody>
      </p:sp>
      <p:sp>
        <p:nvSpPr>
          <p:cNvPr id="100" name="ColHead"/>
          <p:cNvSpPr/>
          <p:nvPr/>
        </p:nvSpPr>
        <p:spPr>
          <a:xfrm>
            <a:off x="5250000" y="1150000"/>
            <a:ext cx="2850000" cy="330000"/>
          </a:xfrm>
          <a:prstGeom prst="roundRect">
            <a:avLst>
              <a:gd name="adj" fmla="val 50000"/>
            </a:avLst>
          </a:prstGeom>
          <a:solidFill>
            <a:srgbClr val="8A8A93"/>
          </a:solidFill>
          <a:ln>
            <a:noFill/>
          </a:ln>
        </p:spPr>
        <p:txBody>
          <a:bodyPr rtlCol="0" anchor="ctr">
            <a:normAutofit fontScale="85000" lnSpcReduction="20000"/>
          </a:bodyPr>
          <a:lstStyle/>
          <a:p>
            <a:pPr algn="ctr">
              <a:buNone/>
            </a:pPr>
            <a:r>
              <a:rPr lang="en-US" sz="1250" b="1">
                <a:solidFill>
                  <a:srgbClr val="FFFFFF"/>
                </a:solidFill>
              </a:rPr>
              <a:t>INITIAL FRAMEWORK</a:t>
            </a:r>
          </a:p>
        </p:txBody>
      </p:sp>
      <p:sp>
        <p:nvSpPr>
          <p:cNvPr id="101" name="ColHead"/>
          <p:cNvSpPr/>
          <p:nvPr/>
        </p:nvSpPr>
        <p:spPr>
          <a:xfrm>
            <a:off x="8560000" y="1150000"/>
            <a:ext cx="3290000" cy="330000"/>
          </a:xfrm>
          <a:prstGeom prst="roundRect">
            <a:avLst>
              <a:gd name="adj" fmla="val 50000"/>
            </a:avLst>
          </a:prstGeom>
          <a:solidFill>
            <a:srgbClr val="1E8449"/>
          </a:solidFill>
          <a:ln>
            <a:noFill/>
          </a:ln>
        </p:spPr>
        <p:txBody>
          <a:bodyPr rtlCol="0" anchor="ctr">
            <a:normAutofit fontScale="85000" lnSpcReduction="20000"/>
          </a:bodyPr>
          <a:lstStyle/>
          <a:p>
            <a:pPr algn="ctr">
              <a:buNone/>
            </a:pPr>
            <a:r>
              <a:rPr lang="en-US" sz="1250" b="1">
                <a:solidFill>
                  <a:srgbClr val="FFFFFF"/>
                </a:solidFill>
              </a:rPr>
              <a:t>FINAL FRAMEWORK</a:t>
            </a:r>
          </a:p>
        </p:txBody>
      </p:sp>
      <p:sp>
        <p:nvSpPr>
          <p:cNvPr id="102" name="Initial 1"/>
          <p:cNvSpPr/>
          <p:nvPr/>
        </p:nvSpPr>
        <p:spPr>
          <a:xfrm>
            <a:off x="5250000" y="1580000"/>
            <a:ext cx="2850000" cy="540000"/>
          </a:xfrm>
          <a:prstGeom prst="roundRect">
            <a:avLst>
              <a:gd name="adj" fmla="val 10000"/>
            </a:avLst>
          </a:prstGeom>
          <a:solidFill>
            <a:srgbClr val="F1F1F3"/>
          </a:solidFill>
          <a:ln w="9525">
            <a:solidFill>
              <a:srgbClr val="D8D8DD"/>
            </a:solidFill>
          </a:ln>
        </p:spPr>
        <p:txBody>
          <a:bodyPr wrap="square" lIns="144000" tIns="36000" rIns="108000" bIns="36000" rtlCol="0" anchor="ctr">
            <a:normAutofit/>
          </a:bodyPr>
          <a:lstStyle/>
          <a:p>
            <a:pPr algn="l">
              <a:buNone/>
            </a:pPr>
            <a:r>
              <a:rPr lang="en-US" sz="1050">
                <a:solidFill>
                  <a:srgbClr val="6E6E78"/>
                </a:solidFill>
              </a:rPr>
              <a:t>Single browser execution</a:t>
            </a:r>
          </a:p>
        </p:txBody>
      </p:sp>
      <p:sp>
        <p:nvSpPr>
          <p:cNvPr id="103" name="Arrow 1"/>
          <p:cNvSpPr/>
          <p:nvPr/>
        </p:nvSpPr>
        <p:spPr>
          <a:xfrm>
            <a:off x="8160000" y="1730000"/>
            <a:ext cx="320000" cy="240000"/>
          </a:xfrm>
          <a:prstGeom prst="rightArrow">
            <a:avLst>
              <a:gd name="adj1" fmla="val 55000"/>
              <a:gd name="adj2" fmla="val 60000"/>
            </a:avLst>
          </a:prstGeom>
          <a:solidFill>
            <a:srgbClr val="B31166"/>
          </a:solidFill>
          <a:ln>
            <a:noFill/>
          </a:ln>
        </p:spPr>
        <p:txBody>
          <a:bodyPr/>
          <a:lstStyle/>
          <a:p>
            <a:endParaRPr lang="en-US"/>
          </a:p>
        </p:txBody>
      </p:sp>
      <p:sp>
        <p:nvSpPr>
          <p:cNvPr id="104" name="Final 1"/>
          <p:cNvSpPr/>
          <p:nvPr/>
        </p:nvSpPr>
        <p:spPr>
          <a:xfrm>
            <a:off x="8560000" y="1580000"/>
            <a:ext cx="3290000" cy="540000"/>
          </a:xfrm>
          <a:prstGeom prst="roundRect">
            <a:avLst>
              <a:gd name="adj" fmla="val 10000"/>
            </a:avLst>
          </a:prstGeom>
          <a:solidFill>
            <a:srgbClr val="EAF6EF"/>
          </a:solidFill>
          <a:ln w="9525">
            <a:solidFill>
              <a:srgbClr val="A9D6BE"/>
            </a:solidFill>
          </a:ln>
        </p:spPr>
        <p:txBody>
          <a:bodyPr wrap="square" lIns="144000" tIns="36000" rIns="108000" bIns="36000" rtlCol="0" anchor="ctr">
            <a:normAutofit/>
          </a:bodyPr>
          <a:lstStyle/>
          <a:p>
            <a:pPr algn="l">
              <a:buNone/>
            </a:pPr>
            <a:r>
              <a:rPr lang="en-US" sz="1050" b="1">
                <a:solidFill>
                  <a:srgbClr val="1E8449"/>
                </a:solidFill>
              </a:rPr>
              <a:t>✓  </a:t>
            </a:r>
            <a:r>
              <a:rPr lang="en-US" sz="1050" b="1">
                <a:solidFill>
                  <a:srgbClr val="3B3059"/>
                </a:solidFill>
              </a:rPr>
              <a:t>Cross-browser framework</a:t>
            </a:r>
          </a:p>
        </p:txBody>
      </p:sp>
      <p:sp>
        <p:nvSpPr>
          <p:cNvPr id="105" name="Initial 2"/>
          <p:cNvSpPr/>
          <p:nvPr/>
        </p:nvSpPr>
        <p:spPr>
          <a:xfrm>
            <a:off x="5250000" y="2210000"/>
            <a:ext cx="2850000" cy="540000"/>
          </a:xfrm>
          <a:prstGeom prst="roundRect">
            <a:avLst>
              <a:gd name="adj" fmla="val 10000"/>
            </a:avLst>
          </a:prstGeom>
          <a:solidFill>
            <a:srgbClr val="F1F1F3"/>
          </a:solidFill>
          <a:ln w="9525">
            <a:solidFill>
              <a:srgbClr val="D8D8DD"/>
            </a:solidFill>
          </a:ln>
        </p:spPr>
        <p:txBody>
          <a:bodyPr wrap="square" lIns="144000" tIns="36000" rIns="108000" bIns="36000" rtlCol="0" anchor="ctr">
            <a:normAutofit/>
          </a:bodyPr>
          <a:lstStyle/>
          <a:p>
            <a:pPr algn="l">
              <a:buNone/>
            </a:pPr>
            <a:r>
              <a:rPr lang="en-US" sz="1050">
                <a:solidFill>
                  <a:srgbClr val="6E6E78"/>
                </a:solidFill>
              </a:rPr>
              <a:t>Hardcoded test inputs</a:t>
            </a:r>
          </a:p>
        </p:txBody>
      </p:sp>
      <p:sp>
        <p:nvSpPr>
          <p:cNvPr id="106" name="Arrow 2"/>
          <p:cNvSpPr/>
          <p:nvPr/>
        </p:nvSpPr>
        <p:spPr>
          <a:xfrm>
            <a:off x="8160000" y="2360000"/>
            <a:ext cx="320000" cy="240000"/>
          </a:xfrm>
          <a:prstGeom prst="rightArrow">
            <a:avLst>
              <a:gd name="adj1" fmla="val 55000"/>
              <a:gd name="adj2" fmla="val 60000"/>
            </a:avLst>
          </a:prstGeom>
          <a:solidFill>
            <a:srgbClr val="B31166"/>
          </a:solidFill>
          <a:ln>
            <a:noFill/>
          </a:ln>
        </p:spPr>
        <p:txBody>
          <a:bodyPr/>
          <a:lstStyle/>
          <a:p>
            <a:endParaRPr lang="en-US"/>
          </a:p>
        </p:txBody>
      </p:sp>
      <p:sp>
        <p:nvSpPr>
          <p:cNvPr id="107" name="Final 2"/>
          <p:cNvSpPr/>
          <p:nvPr/>
        </p:nvSpPr>
        <p:spPr>
          <a:xfrm>
            <a:off x="8560000" y="2210000"/>
            <a:ext cx="3290000" cy="540000"/>
          </a:xfrm>
          <a:prstGeom prst="roundRect">
            <a:avLst>
              <a:gd name="adj" fmla="val 10000"/>
            </a:avLst>
          </a:prstGeom>
          <a:solidFill>
            <a:srgbClr val="EAF6EF"/>
          </a:solidFill>
          <a:ln w="9525">
            <a:solidFill>
              <a:srgbClr val="A9D6BE"/>
            </a:solidFill>
          </a:ln>
        </p:spPr>
        <p:txBody>
          <a:bodyPr wrap="square" lIns="144000" tIns="36000" rIns="108000" bIns="36000" rtlCol="0" anchor="ctr">
            <a:normAutofit/>
          </a:bodyPr>
          <a:lstStyle/>
          <a:p>
            <a:pPr algn="l">
              <a:buNone/>
            </a:pPr>
            <a:r>
              <a:rPr lang="en-US" sz="1050" b="1">
                <a:solidFill>
                  <a:srgbClr val="1E8449"/>
                </a:solidFill>
              </a:rPr>
              <a:t>✓  </a:t>
            </a:r>
            <a:r>
              <a:rPr lang="en-US" sz="1050" b="1">
                <a:solidFill>
                  <a:srgbClr val="3B3059"/>
                </a:solidFill>
              </a:rPr>
              <a:t>Configurable test data</a:t>
            </a:r>
          </a:p>
        </p:txBody>
      </p:sp>
      <p:sp>
        <p:nvSpPr>
          <p:cNvPr id="108" name="Initial 3"/>
          <p:cNvSpPr/>
          <p:nvPr/>
        </p:nvSpPr>
        <p:spPr>
          <a:xfrm>
            <a:off x="5250000" y="2840000"/>
            <a:ext cx="2850000" cy="540000"/>
          </a:xfrm>
          <a:prstGeom prst="roundRect">
            <a:avLst>
              <a:gd name="adj" fmla="val 10000"/>
            </a:avLst>
          </a:prstGeom>
          <a:solidFill>
            <a:srgbClr val="F1F1F3"/>
          </a:solidFill>
          <a:ln w="9525">
            <a:solidFill>
              <a:srgbClr val="D8D8DD"/>
            </a:solidFill>
          </a:ln>
        </p:spPr>
        <p:txBody>
          <a:bodyPr wrap="square" lIns="144000" tIns="36000" rIns="108000" bIns="36000" rtlCol="0" anchor="ctr">
            <a:normAutofit/>
          </a:bodyPr>
          <a:lstStyle/>
          <a:p>
            <a:pPr algn="l">
              <a:buNone/>
            </a:pPr>
            <a:r>
              <a:rPr lang="en-US" sz="1050">
                <a:solidFill>
                  <a:srgbClr val="6E6E78"/>
                </a:solidFill>
              </a:rPr>
              <a:t>Static waits</a:t>
            </a:r>
          </a:p>
        </p:txBody>
      </p:sp>
      <p:sp>
        <p:nvSpPr>
          <p:cNvPr id="109" name="Arrow 3"/>
          <p:cNvSpPr/>
          <p:nvPr/>
        </p:nvSpPr>
        <p:spPr>
          <a:xfrm>
            <a:off x="8160000" y="2990000"/>
            <a:ext cx="320000" cy="240000"/>
          </a:xfrm>
          <a:prstGeom prst="rightArrow">
            <a:avLst>
              <a:gd name="adj1" fmla="val 55000"/>
              <a:gd name="adj2" fmla="val 60000"/>
            </a:avLst>
          </a:prstGeom>
          <a:solidFill>
            <a:srgbClr val="B31166"/>
          </a:solidFill>
          <a:ln>
            <a:noFill/>
          </a:ln>
        </p:spPr>
        <p:txBody>
          <a:bodyPr/>
          <a:lstStyle/>
          <a:p>
            <a:endParaRPr lang="en-US"/>
          </a:p>
        </p:txBody>
      </p:sp>
      <p:sp>
        <p:nvSpPr>
          <p:cNvPr id="110" name="Final 3"/>
          <p:cNvSpPr/>
          <p:nvPr/>
        </p:nvSpPr>
        <p:spPr>
          <a:xfrm>
            <a:off x="8560000" y="2840000"/>
            <a:ext cx="3290000" cy="540000"/>
          </a:xfrm>
          <a:prstGeom prst="roundRect">
            <a:avLst>
              <a:gd name="adj" fmla="val 10000"/>
            </a:avLst>
          </a:prstGeom>
          <a:solidFill>
            <a:srgbClr val="EAF6EF"/>
          </a:solidFill>
          <a:ln w="9525">
            <a:solidFill>
              <a:srgbClr val="A9D6BE"/>
            </a:solidFill>
          </a:ln>
        </p:spPr>
        <p:txBody>
          <a:bodyPr wrap="square" lIns="144000" tIns="36000" rIns="108000" bIns="36000" rtlCol="0" anchor="ctr">
            <a:normAutofit/>
          </a:bodyPr>
          <a:lstStyle/>
          <a:p>
            <a:pPr algn="l">
              <a:buNone/>
            </a:pPr>
            <a:r>
              <a:rPr lang="en-US" sz="1050" b="1">
                <a:solidFill>
                  <a:srgbClr val="1E8449"/>
                </a:solidFill>
              </a:rPr>
              <a:t>✓  </a:t>
            </a:r>
            <a:r>
              <a:rPr lang="en-US" sz="1050" b="1">
                <a:solidFill>
                  <a:srgbClr val="3B3059"/>
                </a:solidFill>
              </a:rPr>
              <a:t>Dynamic synchronization</a:t>
            </a:r>
          </a:p>
        </p:txBody>
      </p:sp>
      <p:sp>
        <p:nvSpPr>
          <p:cNvPr id="111" name="Initial 4"/>
          <p:cNvSpPr/>
          <p:nvPr/>
        </p:nvSpPr>
        <p:spPr>
          <a:xfrm>
            <a:off x="5250000" y="3470000"/>
            <a:ext cx="2850000" cy="540000"/>
          </a:xfrm>
          <a:prstGeom prst="roundRect">
            <a:avLst>
              <a:gd name="adj" fmla="val 10000"/>
            </a:avLst>
          </a:prstGeom>
          <a:solidFill>
            <a:srgbClr val="F1F1F3"/>
          </a:solidFill>
          <a:ln w="9525">
            <a:solidFill>
              <a:srgbClr val="D8D8DD"/>
            </a:solidFill>
          </a:ln>
        </p:spPr>
        <p:txBody>
          <a:bodyPr wrap="square" lIns="144000" tIns="36000" rIns="108000" bIns="36000" rtlCol="0" anchor="ctr">
            <a:normAutofit/>
          </a:bodyPr>
          <a:lstStyle/>
          <a:p>
            <a:pPr algn="l">
              <a:buNone/>
            </a:pPr>
            <a:r>
              <a:rPr lang="en-US" sz="1050">
                <a:solidFill>
                  <a:srgbClr val="6E6E78"/>
                </a:solidFill>
              </a:rPr>
              <a:t>Temporary session</a:t>
            </a:r>
          </a:p>
        </p:txBody>
      </p:sp>
      <p:sp>
        <p:nvSpPr>
          <p:cNvPr id="112" name="Arrow 4"/>
          <p:cNvSpPr/>
          <p:nvPr/>
        </p:nvSpPr>
        <p:spPr>
          <a:xfrm>
            <a:off x="8160000" y="3620000"/>
            <a:ext cx="320000" cy="240000"/>
          </a:xfrm>
          <a:prstGeom prst="rightArrow">
            <a:avLst>
              <a:gd name="adj1" fmla="val 55000"/>
              <a:gd name="adj2" fmla="val 60000"/>
            </a:avLst>
          </a:prstGeom>
          <a:solidFill>
            <a:srgbClr val="B31166"/>
          </a:solidFill>
          <a:ln>
            <a:noFill/>
          </a:ln>
        </p:spPr>
        <p:txBody>
          <a:bodyPr/>
          <a:lstStyle/>
          <a:p>
            <a:endParaRPr lang="en-US"/>
          </a:p>
        </p:txBody>
      </p:sp>
      <p:sp>
        <p:nvSpPr>
          <p:cNvPr id="113" name="Final 4"/>
          <p:cNvSpPr/>
          <p:nvPr/>
        </p:nvSpPr>
        <p:spPr>
          <a:xfrm>
            <a:off x="8560000" y="3470000"/>
            <a:ext cx="3290000" cy="540000"/>
          </a:xfrm>
          <a:prstGeom prst="roundRect">
            <a:avLst>
              <a:gd name="adj" fmla="val 10000"/>
            </a:avLst>
          </a:prstGeom>
          <a:solidFill>
            <a:srgbClr val="EAF6EF"/>
          </a:solidFill>
          <a:ln w="9525">
            <a:solidFill>
              <a:srgbClr val="A9D6BE"/>
            </a:solidFill>
          </a:ln>
        </p:spPr>
        <p:txBody>
          <a:bodyPr wrap="square" lIns="144000" tIns="36000" rIns="108000" bIns="36000" rtlCol="0" anchor="ctr">
            <a:normAutofit/>
          </a:bodyPr>
          <a:lstStyle/>
          <a:p>
            <a:pPr algn="l">
              <a:buNone/>
            </a:pPr>
            <a:r>
              <a:rPr lang="en-US" sz="1050" b="1">
                <a:solidFill>
                  <a:srgbClr val="1E8449"/>
                </a:solidFill>
              </a:rPr>
              <a:t>✓  </a:t>
            </a:r>
            <a:r>
              <a:rPr lang="en-US" sz="1050" b="1">
                <a:solidFill>
                  <a:srgbClr val="3B3059"/>
                </a:solidFill>
              </a:rPr>
              <a:t>Persistent authentication</a:t>
            </a:r>
          </a:p>
        </p:txBody>
      </p:sp>
      <p:sp>
        <p:nvSpPr>
          <p:cNvPr id="114" name="Initial 5"/>
          <p:cNvSpPr/>
          <p:nvPr/>
        </p:nvSpPr>
        <p:spPr>
          <a:xfrm>
            <a:off x="5250000" y="4100000"/>
            <a:ext cx="2850000" cy="540000"/>
          </a:xfrm>
          <a:prstGeom prst="roundRect">
            <a:avLst>
              <a:gd name="adj" fmla="val 10000"/>
            </a:avLst>
          </a:prstGeom>
          <a:solidFill>
            <a:srgbClr val="F1F1F3"/>
          </a:solidFill>
          <a:ln w="9525">
            <a:solidFill>
              <a:srgbClr val="D8D8DD"/>
            </a:solidFill>
          </a:ln>
        </p:spPr>
        <p:txBody>
          <a:bodyPr wrap="square" lIns="144000" tIns="36000" rIns="108000" bIns="36000" rtlCol="0" anchor="ctr">
            <a:normAutofit/>
          </a:bodyPr>
          <a:lstStyle/>
          <a:p>
            <a:pPr algn="l">
              <a:buNone/>
            </a:pPr>
            <a:r>
              <a:rPr lang="en-US" sz="1050">
                <a:solidFill>
                  <a:srgbClr val="6E6E78"/>
                </a:solidFill>
              </a:rPr>
              <a:t>Basic automation script</a:t>
            </a:r>
          </a:p>
        </p:txBody>
      </p:sp>
      <p:sp>
        <p:nvSpPr>
          <p:cNvPr id="115" name="Arrow 5"/>
          <p:cNvSpPr/>
          <p:nvPr/>
        </p:nvSpPr>
        <p:spPr>
          <a:xfrm>
            <a:off x="8160000" y="4250000"/>
            <a:ext cx="320000" cy="240000"/>
          </a:xfrm>
          <a:prstGeom prst="rightArrow">
            <a:avLst>
              <a:gd name="adj1" fmla="val 55000"/>
              <a:gd name="adj2" fmla="val 60000"/>
            </a:avLst>
          </a:prstGeom>
          <a:solidFill>
            <a:srgbClr val="B31166"/>
          </a:solidFill>
          <a:ln>
            <a:noFill/>
          </a:ln>
        </p:spPr>
        <p:txBody>
          <a:bodyPr/>
          <a:lstStyle/>
          <a:p>
            <a:endParaRPr lang="en-US"/>
          </a:p>
        </p:txBody>
      </p:sp>
      <p:sp>
        <p:nvSpPr>
          <p:cNvPr id="116" name="Final 5"/>
          <p:cNvSpPr/>
          <p:nvPr/>
        </p:nvSpPr>
        <p:spPr>
          <a:xfrm>
            <a:off x="8560000" y="4100000"/>
            <a:ext cx="3290000" cy="540000"/>
          </a:xfrm>
          <a:prstGeom prst="roundRect">
            <a:avLst>
              <a:gd name="adj" fmla="val 10000"/>
            </a:avLst>
          </a:prstGeom>
          <a:solidFill>
            <a:srgbClr val="EAF6EF"/>
          </a:solidFill>
          <a:ln w="9525">
            <a:solidFill>
              <a:srgbClr val="A9D6BE"/>
            </a:solidFill>
          </a:ln>
        </p:spPr>
        <p:txBody>
          <a:bodyPr wrap="square" lIns="144000" tIns="36000" rIns="108000" bIns="36000" rtlCol="0" anchor="ctr">
            <a:normAutofit/>
          </a:bodyPr>
          <a:lstStyle/>
          <a:p>
            <a:pPr algn="l">
              <a:buNone/>
            </a:pPr>
            <a:r>
              <a:rPr lang="en-US" sz="1050" b="1">
                <a:solidFill>
                  <a:srgbClr val="1E8449"/>
                </a:solidFill>
              </a:rPr>
              <a:t>✓  </a:t>
            </a:r>
            <a:r>
              <a:rPr lang="en-US" sz="1050" b="1">
                <a:solidFill>
                  <a:srgbClr val="3B3059"/>
                </a:solidFill>
              </a:rPr>
              <a:t>Modular &amp; reusable framework</a:t>
            </a:r>
          </a:p>
        </p:txBody>
      </p:sp>
      <p:sp>
        <p:nvSpPr>
          <p:cNvPr id="117" name="BV Header"/>
          <p:cNvSpPr txBox="1"/>
          <p:nvPr/>
        </p:nvSpPr>
        <p:spPr>
          <a:xfrm>
            <a:off x="5250000" y="4830000"/>
            <a:ext cx="6600000" cy="300000"/>
          </a:xfrm>
          <a:prstGeom prst="rect">
            <a:avLst/>
          </a:prstGeom>
          <a:noFill/>
        </p:spPr>
        <p:txBody>
          <a:bodyPr wrap="square" lIns="0" tIns="0" rIns="0" bIns="0" rtlCol="0" anchor="b">
            <a:normAutofit/>
          </a:bodyPr>
          <a:lstStyle/>
          <a:p>
            <a:pPr>
              <a:buNone/>
            </a:pPr>
            <a:r>
              <a:rPr lang="en-US" sz="1200" b="1">
                <a:solidFill>
                  <a:srgbClr val="B31166"/>
                </a:solidFill>
              </a:rPr>
              <a:t>BUSINESS VALUE</a:t>
            </a:r>
          </a:p>
        </p:txBody>
      </p:sp>
      <p:sp>
        <p:nvSpPr>
          <p:cNvPr id="118" name="Value Chip 1"/>
          <p:cNvSpPr/>
          <p:nvPr/>
        </p:nvSpPr>
        <p:spPr>
          <a:xfrm>
            <a:off x="5250000" y="5230000"/>
            <a:ext cx="1560000" cy="620000"/>
          </a:xfrm>
          <a:prstGeom prst="roundRect">
            <a:avLst>
              <a:gd name="adj" fmla="val 14000"/>
            </a:avLst>
          </a:prstGeom>
          <a:solidFill>
            <a:srgbClr val="F3EDF7"/>
          </a:solidFill>
          <a:ln w="9525">
            <a:solidFill>
              <a:srgbClr val="D9C6E4"/>
            </a:solidFill>
          </a:ln>
        </p:spPr>
        <p:txBody>
          <a:bodyPr wrap="square" lIns="90000" tIns="36000" rIns="90000" bIns="36000" rtlCol="0" anchor="ctr">
            <a:normAutofit/>
          </a:bodyPr>
          <a:lstStyle/>
          <a:p>
            <a:pPr algn="ctr">
              <a:buNone/>
            </a:pPr>
            <a:r>
              <a:rPr lang="en-US" sz="950" b="1">
                <a:solidFill>
                  <a:srgbClr val="3B3059"/>
                </a:solidFill>
              </a:rPr>
              <a:t>Reduced repetitive manual effort</a:t>
            </a:r>
          </a:p>
        </p:txBody>
      </p:sp>
      <p:sp>
        <p:nvSpPr>
          <p:cNvPr id="119" name="Value Chip 2"/>
          <p:cNvSpPr/>
          <p:nvPr/>
        </p:nvSpPr>
        <p:spPr>
          <a:xfrm>
            <a:off x="6930000" y="5230000"/>
            <a:ext cx="1560000" cy="620000"/>
          </a:xfrm>
          <a:prstGeom prst="roundRect">
            <a:avLst>
              <a:gd name="adj" fmla="val 14000"/>
            </a:avLst>
          </a:prstGeom>
          <a:solidFill>
            <a:srgbClr val="F3EDF7"/>
          </a:solidFill>
          <a:ln w="9525">
            <a:solidFill>
              <a:srgbClr val="D9C6E4"/>
            </a:solidFill>
          </a:ln>
        </p:spPr>
        <p:txBody>
          <a:bodyPr wrap="square" lIns="90000" tIns="36000" rIns="90000" bIns="36000" rtlCol="0" anchor="ctr">
            <a:normAutofit/>
          </a:bodyPr>
          <a:lstStyle/>
          <a:p>
            <a:pPr algn="ctr">
              <a:buNone/>
            </a:pPr>
            <a:r>
              <a:rPr lang="en-US" sz="950" b="1">
                <a:solidFill>
                  <a:srgbClr val="3B3059"/>
                </a:solidFill>
              </a:rPr>
              <a:t>Improved execution consistency</a:t>
            </a:r>
          </a:p>
        </p:txBody>
      </p:sp>
      <p:sp>
        <p:nvSpPr>
          <p:cNvPr id="120" name="Value Chip 3"/>
          <p:cNvSpPr/>
          <p:nvPr/>
        </p:nvSpPr>
        <p:spPr>
          <a:xfrm>
            <a:off x="8610000" y="5230000"/>
            <a:ext cx="1560000" cy="620000"/>
          </a:xfrm>
          <a:prstGeom prst="roundRect">
            <a:avLst>
              <a:gd name="adj" fmla="val 14000"/>
            </a:avLst>
          </a:prstGeom>
          <a:solidFill>
            <a:srgbClr val="F3EDF7"/>
          </a:solidFill>
          <a:ln w="9525">
            <a:solidFill>
              <a:srgbClr val="D9C6E4"/>
            </a:solidFill>
          </a:ln>
        </p:spPr>
        <p:txBody>
          <a:bodyPr wrap="square" lIns="90000" tIns="36000" rIns="90000" bIns="36000" rtlCol="0" anchor="ctr">
            <a:normAutofit/>
          </a:bodyPr>
          <a:lstStyle/>
          <a:p>
            <a:pPr algn="ctr">
              <a:buNone/>
            </a:pPr>
            <a:r>
              <a:rPr lang="en-US" sz="950" b="1">
                <a:solidFill>
                  <a:srgbClr val="3B3059"/>
                </a:solidFill>
              </a:rPr>
              <a:t>Easier maintenance &amp; enhancements</a:t>
            </a:r>
          </a:p>
        </p:txBody>
      </p:sp>
      <p:sp>
        <p:nvSpPr>
          <p:cNvPr id="121" name="Value Chip 4"/>
          <p:cNvSpPr/>
          <p:nvPr/>
        </p:nvSpPr>
        <p:spPr>
          <a:xfrm>
            <a:off x="10290000" y="5230000"/>
            <a:ext cx="1560000" cy="620000"/>
          </a:xfrm>
          <a:prstGeom prst="roundRect">
            <a:avLst>
              <a:gd name="adj" fmla="val 14000"/>
            </a:avLst>
          </a:prstGeom>
          <a:solidFill>
            <a:srgbClr val="F3EDF7"/>
          </a:solidFill>
          <a:ln w="9525">
            <a:solidFill>
              <a:srgbClr val="D9C6E4"/>
            </a:solidFill>
          </a:ln>
        </p:spPr>
        <p:txBody>
          <a:bodyPr wrap="square" lIns="90000" tIns="36000" rIns="90000" bIns="36000" rtlCol="0" anchor="ctr">
            <a:normAutofit/>
          </a:bodyPr>
          <a:lstStyle/>
          <a:p>
            <a:pPr algn="ctr">
              <a:buNone/>
            </a:pPr>
            <a:r>
              <a:rPr lang="en-US" sz="950" b="1">
                <a:solidFill>
                  <a:srgbClr val="3B3059"/>
                </a:solidFill>
              </a:rPr>
              <a:t>Reusable automation foundation</a:t>
            </a:r>
          </a:p>
        </p:txBody>
      </p:sp>
    </p:spTree>
    <p:extLst>
      <p:ext uri="{BB962C8B-B14F-4D97-AF65-F5344CB8AC3E}">
        <p14:creationId xmlns:p14="http://schemas.microsoft.com/office/powerpoint/2010/main" val="1363718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50"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5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B8DFAA0-A27F-0802-90D5-DC564782E5DE}"/>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Key Learnings</a:t>
            </a:r>
          </a:p>
        </p:txBody>
      </p:sp>
      <p:sp>
        <p:nvSpPr>
          <p:cNvPr id="100" name="Panel 1"/>
          <p:cNvSpPr/>
          <p:nvPr/>
        </p:nvSpPr>
        <p:spPr>
          <a:xfrm>
            <a:off x="5250000" y="1120000"/>
            <a:ext cx="6600000" cy="2400000"/>
          </a:xfrm>
          <a:prstGeom prst="roundRect">
            <a:avLst>
              <a:gd name="adj" fmla="val 4000"/>
            </a:avLst>
          </a:prstGeom>
          <a:solidFill>
            <a:srgbClr val="F7F3F9"/>
          </a:solidFill>
          <a:ln w="9525">
            <a:solidFill>
              <a:srgbClr val="E4D3E2"/>
            </a:solidFill>
          </a:ln>
        </p:spPr>
        <p:txBody>
          <a:bodyPr/>
          <a:lstStyle/>
          <a:p>
            <a:endParaRPr lang="en-US"/>
          </a:p>
        </p:txBody>
      </p:sp>
      <p:sp>
        <p:nvSpPr>
          <p:cNvPr id="101" name="Icon Tile 1"/>
          <p:cNvSpPr/>
          <p:nvPr/>
        </p:nvSpPr>
        <p:spPr>
          <a:xfrm>
            <a:off x="5430000" y="1250000"/>
            <a:ext cx="520000" cy="520000"/>
          </a:xfrm>
          <a:prstGeom prst="roundRect">
            <a:avLst>
              <a:gd name="adj" fmla="val 18000"/>
            </a:avLst>
          </a:prstGeom>
          <a:solidFill>
            <a:srgbClr val="FFFFFF"/>
          </a:solidFill>
          <a:ln w="9525">
            <a:solidFill>
              <a:srgbClr val="EAD9E6"/>
            </a:solidFill>
          </a:ln>
        </p:spPr>
        <p:txBody>
          <a:bodyPr/>
          <a:lstStyle/>
          <a:p>
            <a:endParaRPr lang="en-US"/>
          </a:p>
        </p:txBody>
      </p:sp>
      <p:pic>
        <p:nvPicPr>
          <p:cNvPr id="102" name="Learn Icon 1"/>
          <p:cNvPicPr>
            <a:picLocks noChangeAspect="1"/>
          </p:cNvPicPr>
          <p:nvPr/>
        </p:nvPicPr>
        <p:blipFill>
          <a:blip r:embed="rId2"/>
          <a:srcRect l="7422"/>
          <a:stretch>
            <a:fillRect/>
          </a:stretch>
        </p:blipFill>
        <p:spPr>
          <a:xfrm>
            <a:off x="5490000" y="1310000"/>
            <a:ext cx="400000" cy="400000"/>
          </a:xfrm>
          <a:prstGeom prst="rect">
            <a:avLst/>
          </a:prstGeom>
        </p:spPr>
      </p:pic>
      <p:sp>
        <p:nvSpPr>
          <p:cNvPr id="103" name="Section Head 1"/>
          <p:cNvSpPr txBox="1"/>
          <p:nvPr/>
        </p:nvSpPr>
        <p:spPr>
          <a:xfrm>
            <a:off x="6130000" y="1250000"/>
            <a:ext cx="5500000" cy="520000"/>
          </a:xfrm>
          <a:prstGeom prst="rect">
            <a:avLst/>
          </a:prstGeom>
          <a:noFill/>
        </p:spPr>
        <p:txBody>
          <a:bodyPr wrap="square" lIns="0" tIns="0" rIns="0" bIns="0" rtlCol="0" anchor="ctr">
            <a:normAutofit/>
          </a:bodyPr>
          <a:lstStyle/>
          <a:p>
            <a:pPr>
              <a:buNone/>
            </a:pPr>
            <a:r>
              <a:rPr lang="en-US" sz="1600" b="1">
                <a:solidFill>
                  <a:srgbClr val="B31166"/>
                </a:solidFill>
              </a:rPr>
              <a:t>Technical Learnings</a:t>
            </a:r>
          </a:p>
        </p:txBody>
      </p:sp>
      <p:sp>
        <p:nvSpPr>
          <p:cNvPr id="104" name="Bullets 1"/>
          <p:cNvSpPr txBox="1"/>
          <p:nvPr/>
        </p:nvSpPr>
        <p:spPr>
          <a:xfrm>
            <a:off x="5500000" y="1850000"/>
            <a:ext cx="6100000" cy="1580000"/>
          </a:xfrm>
          <a:prstGeom prst="rect">
            <a:avLst/>
          </a:prstGeom>
          <a:noFill/>
        </p:spPr>
        <p:txBody>
          <a:bodyPr wrap="square" lIns="0" tIns="0" rIns="0" bIns="0" rtlCol="0" anchor="t">
            <a:normAutofit/>
          </a:bodyPr>
          <a:lstStyle/>
          <a:p>
            <a:pPr marL="228600" indent="-228600">
              <a:spcBef>
                <a:spcPts val="300"/>
              </a:spcBef>
              <a:buFont typeface="Arial" panose="020B0604020202020204" pitchFamily="34" charset="0"/>
              <a:buChar char="•"/>
            </a:pPr>
            <a:r>
              <a:rPr lang="en-US" sz="1000">
                <a:solidFill>
                  <a:srgbClr val="3B3059"/>
                </a:solidFill>
              </a:rPr>
              <a:t>Developed a strong understanding of browser automation using Playwright and TypeScript.</a:t>
            </a:r>
          </a:p>
          <a:p>
            <a:pPr marL="228600" indent="-228600">
              <a:spcBef>
                <a:spcPts val="300"/>
              </a:spcBef>
              <a:buFont typeface="Arial" panose="020B0604020202020204" pitchFamily="34" charset="0"/>
              <a:buChar char="•"/>
            </a:pPr>
            <a:r>
              <a:rPr lang="en-US" sz="1000">
                <a:solidFill>
                  <a:srgbClr val="3B3059"/>
                </a:solidFill>
              </a:rPr>
              <a:t>Learned to design scalable, modular, and reusable automation frameworks instead of standalone scripts.</a:t>
            </a:r>
          </a:p>
          <a:p>
            <a:pPr marL="228600" indent="-228600">
              <a:spcBef>
                <a:spcPts val="300"/>
              </a:spcBef>
              <a:buFont typeface="Arial" panose="020B0604020202020204" pitchFamily="34" charset="0"/>
              <a:buChar char="•"/>
            </a:pPr>
            <a:r>
              <a:rPr lang="en-US" sz="1000">
                <a:solidFill>
                  <a:srgbClr val="3B3059"/>
                </a:solidFill>
              </a:rPr>
              <a:t>Gained practical experience in handling enterprise authentication, browser-specific execution, and synchronization challenges.</a:t>
            </a:r>
          </a:p>
          <a:p>
            <a:pPr marL="228600" indent="-228600">
              <a:spcBef>
                <a:spcPts val="300"/>
              </a:spcBef>
              <a:buFont typeface="Arial" panose="020B0604020202020204" pitchFamily="34" charset="0"/>
              <a:buChar char="•"/>
            </a:pPr>
            <a:r>
              <a:rPr lang="en-US" sz="1000">
                <a:solidFill>
                  <a:srgbClr val="3B3059"/>
                </a:solidFill>
              </a:rPr>
              <a:t>Improved debugging skills by analyzing browser behavior, automation failures, and execution logs.</a:t>
            </a:r>
          </a:p>
          <a:p>
            <a:pPr marL="228600" indent="-228600">
              <a:spcBef>
                <a:spcPts val="300"/>
              </a:spcBef>
              <a:buFont typeface="Arial" panose="020B0604020202020204" pitchFamily="34" charset="0"/>
              <a:buChar char="•"/>
            </a:pPr>
            <a:r>
              <a:rPr lang="en-US" sz="1000">
                <a:solidFill>
                  <a:srgbClr val="3B3059"/>
                </a:solidFill>
              </a:rPr>
              <a:t>Understood the importance of writing stable automation through dynamic waits, modular design, and reusable components.</a:t>
            </a:r>
          </a:p>
        </p:txBody>
      </p:sp>
      <p:sp>
        <p:nvSpPr>
          <p:cNvPr id="105" name="Panel 2"/>
          <p:cNvSpPr/>
          <p:nvPr/>
        </p:nvSpPr>
        <p:spPr>
          <a:xfrm>
            <a:off x="5250000" y="3620000"/>
            <a:ext cx="6600000" cy="2280000"/>
          </a:xfrm>
          <a:prstGeom prst="roundRect">
            <a:avLst>
              <a:gd name="adj" fmla="val 4000"/>
            </a:avLst>
          </a:prstGeom>
          <a:solidFill>
            <a:srgbClr val="F7F3F9"/>
          </a:solidFill>
          <a:ln w="9525">
            <a:solidFill>
              <a:srgbClr val="E4D3E2"/>
            </a:solidFill>
          </a:ln>
        </p:spPr>
        <p:txBody>
          <a:bodyPr/>
          <a:lstStyle/>
          <a:p>
            <a:endParaRPr lang="en-US"/>
          </a:p>
        </p:txBody>
      </p:sp>
      <p:sp>
        <p:nvSpPr>
          <p:cNvPr id="106" name="Icon Tile 2"/>
          <p:cNvSpPr/>
          <p:nvPr/>
        </p:nvSpPr>
        <p:spPr>
          <a:xfrm>
            <a:off x="5430000" y="3750000"/>
            <a:ext cx="520000" cy="520000"/>
          </a:xfrm>
          <a:prstGeom prst="roundRect">
            <a:avLst>
              <a:gd name="adj" fmla="val 18000"/>
            </a:avLst>
          </a:prstGeom>
          <a:solidFill>
            <a:srgbClr val="FFFFFF"/>
          </a:solidFill>
          <a:ln w="9525">
            <a:solidFill>
              <a:srgbClr val="EAD9E6"/>
            </a:solidFill>
          </a:ln>
        </p:spPr>
        <p:txBody>
          <a:bodyPr/>
          <a:lstStyle/>
          <a:p>
            <a:endParaRPr lang="en-US"/>
          </a:p>
        </p:txBody>
      </p:sp>
      <p:pic>
        <p:nvPicPr>
          <p:cNvPr id="107" name="Learn Icon 2"/>
          <p:cNvPicPr>
            <a:picLocks noChangeAspect="1"/>
          </p:cNvPicPr>
          <p:nvPr/>
        </p:nvPicPr>
        <p:blipFill>
          <a:blip r:embed="rId3"/>
          <a:srcRect l="781" r="781"/>
          <a:stretch>
            <a:fillRect/>
          </a:stretch>
        </p:blipFill>
        <p:spPr>
          <a:xfrm>
            <a:off x="5490000" y="3810000"/>
            <a:ext cx="400000" cy="400000"/>
          </a:xfrm>
          <a:prstGeom prst="rect">
            <a:avLst/>
          </a:prstGeom>
        </p:spPr>
      </p:pic>
      <p:sp>
        <p:nvSpPr>
          <p:cNvPr id="108" name="Section Head 2"/>
          <p:cNvSpPr txBox="1"/>
          <p:nvPr/>
        </p:nvSpPr>
        <p:spPr>
          <a:xfrm>
            <a:off x="6130000" y="3750000"/>
            <a:ext cx="5500000" cy="520000"/>
          </a:xfrm>
          <a:prstGeom prst="rect">
            <a:avLst/>
          </a:prstGeom>
          <a:noFill/>
        </p:spPr>
        <p:txBody>
          <a:bodyPr wrap="square" lIns="0" tIns="0" rIns="0" bIns="0" rtlCol="0" anchor="ctr">
            <a:normAutofit/>
          </a:bodyPr>
          <a:lstStyle/>
          <a:p>
            <a:pPr>
              <a:buNone/>
            </a:pPr>
            <a:r>
              <a:rPr lang="en-US" sz="1600" b="1">
                <a:solidFill>
                  <a:srgbClr val="B31166"/>
                </a:solidFill>
              </a:rPr>
              <a:t>Professional Learnings</a:t>
            </a:r>
          </a:p>
        </p:txBody>
      </p:sp>
      <p:sp>
        <p:nvSpPr>
          <p:cNvPr id="109" name="Bullets 2"/>
          <p:cNvSpPr txBox="1"/>
          <p:nvPr/>
        </p:nvSpPr>
        <p:spPr>
          <a:xfrm>
            <a:off x="5500000" y="4350000"/>
            <a:ext cx="6100000" cy="1470000"/>
          </a:xfrm>
          <a:prstGeom prst="rect">
            <a:avLst/>
          </a:prstGeom>
          <a:noFill/>
        </p:spPr>
        <p:txBody>
          <a:bodyPr wrap="square" lIns="0" tIns="0" rIns="0" bIns="0" rtlCol="0" anchor="t">
            <a:normAutofit/>
          </a:bodyPr>
          <a:lstStyle/>
          <a:p>
            <a:pPr marL="228600" indent="-228600">
              <a:spcBef>
                <a:spcPts val="300"/>
              </a:spcBef>
              <a:buFont typeface="Arial" panose="020B0604020202020204" pitchFamily="34" charset="0"/>
              <a:buChar char="•"/>
            </a:pPr>
            <a:r>
              <a:rPr lang="en-US" sz="1000">
                <a:solidFill>
                  <a:srgbClr val="3B3059"/>
                </a:solidFill>
              </a:rPr>
              <a:t>Understood how enterprise automation projects are developed through iterative improvements rather than a one-time implementation.</a:t>
            </a:r>
          </a:p>
          <a:p>
            <a:pPr marL="228600" indent="-228600">
              <a:spcBef>
                <a:spcPts val="300"/>
              </a:spcBef>
              <a:buFont typeface="Arial" panose="020B0604020202020204" pitchFamily="34" charset="0"/>
              <a:buChar char="•"/>
            </a:pPr>
            <a:r>
              <a:rPr lang="en-US" sz="1000">
                <a:solidFill>
                  <a:srgbClr val="3B3059"/>
                </a:solidFill>
              </a:rPr>
              <a:t>Strengthened analytical and problem-solving skills by independently researching, experimenting, and resolving technical challenges.</a:t>
            </a:r>
          </a:p>
          <a:p>
            <a:pPr marL="228600" indent="-228600">
              <a:spcBef>
                <a:spcPts val="300"/>
              </a:spcBef>
              <a:buFont typeface="Arial" panose="020B0604020202020204" pitchFamily="34" charset="0"/>
              <a:buChar char="•"/>
            </a:pPr>
            <a:r>
              <a:rPr lang="en-US" sz="1000">
                <a:solidFill>
                  <a:srgbClr val="3B3059"/>
                </a:solidFill>
              </a:rPr>
              <a:t>Experienced working in an Agile environment with regular progress updates, reviews, and continuous improvements.</a:t>
            </a:r>
          </a:p>
          <a:p>
            <a:pPr marL="228600" indent="-228600">
              <a:spcBef>
                <a:spcPts val="300"/>
              </a:spcBef>
              <a:buFont typeface="Arial" panose="020B0604020202020204" pitchFamily="34" charset="0"/>
              <a:buChar char="•"/>
            </a:pPr>
            <a:r>
              <a:rPr lang="en-US" sz="1000">
                <a:solidFill>
                  <a:srgbClr val="3B3059"/>
                </a:solidFill>
              </a:rPr>
              <a:t>Learned the importance of writing maintainable, scalable, and production-oriented automation solutions.</a:t>
            </a:r>
          </a:p>
        </p:txBody>
      </p:sp>
    </p:spTree>
    <p:extLst>
      <p:ext uri="{BB962C8B-B14F-4D97-AF65-F5344CB8AC3E}">
        <p14:creationId xmlns:p14="http://schemas.microsoft.com/office/powerpoint/2010/main" val="1363718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D22D1B95-2B54-43E9-85D9-B489F6C5D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0" name="Freeform 5">
            <a:extLst>
              <a:ext uri="{FF2B5EF4-FFF2-40B4-BE49-F238E27FC236}">
                <a16:creationId xmlns:a16="http://schemas.microsoft.com/office/drawing/2014/main" id="{7D0F3F6D-A49D-4406-8D61-1C4F8D792F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a:extLst>
              <a:ext uri="{FF2B5EF4-FFF2-40B4-BE49-F238E27FC236}">
                <a16:creationId xmlns:a16="http://schemas.microsoft.com/office/drawing/2014/main" id="{D953A318-DA8D-4405-9536-D889E45C5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4" name="Rectangle 13">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F783A8A-1F74-7AE4-53F1-A99BD62E07E8}"/>
              </a:ext>
            </a:extLst>
          </p:cNvPr>
          <p:cNvSpPr>
            <a:spLocks noGrp="1"/>
          </p:cNvSpPr>
          <p:nvPr>
            <p:ph type="ctrTitle"/>
          </p:nvPr>
        </p:nvSpPr>
        <p:spPr>
          <a:xfrm>
            <a:off x="1683171" y="1143000"/>
            <a:ext cx="8825658" cy="3389217"/>
          </a:xfrm>
        </p:spPr>
        <p:txBody>
          <a:bodyPr anchor="ctr">
            <a:normAutofit/>
          </a:bodyPr>
          <a:lstStyle/>
          <a:p>
            <a:pPr algn="ctr"/>
            <a:r>
              <a:rPr lang="en-US" sz="7200" b="1" dirty="0">
                <a:solidFill>
                  <a:srgbClr val="FFFFFF"/>
                </a:solidFill>
              </a:rPr>
              <a:t>Thank You</a:t>
            </a:r>
            <a:endParaRPr lang="en-US" sz="2400" dirty="0">
              <a:solidFill>
                <a:srgbClr val="FFFFFF"/>
              </a:solidFill>
            </a:endParaRPr>
          </a:p>
        </p:txBody>
      </p:sp>
      <p:sp>
        <p:nvSpPr>
          <p:cNvPr id="3" name="Subtitle 2">
            <a:extLst>
              <a:ext uri="{FF2B5EF4-FFF2-40B4-BE49-F238E27FC236}">
                <a16:creationId xmlns:a16="http://schemas.microsoft.com/office/drawing/2014/main" id="{D5CB91A2-4AAE-C134-EACD-29B470F1876A}"/>
              </a:ext>
            </a:extLst>
          </p:cNvPr>
          <p:cNvSpPr>
            <a:spLocks noGrp="1"/>
          </p:cNvSpPr>
          <p:nvPr>
            <p:ph type="subTitle" idx="1"/>
          </p:nvPr>
        </p:nvSpPr>
        <p:spPr>
          <a:xfrm>
            <a:off x="1683171" y="5240850"/>
            <a:ext cx="8825658" cy="997865"/>
          </a:xfrm>
        </p:spPr>
        <p:txBody>
          <a:bodyPr>
            <a:normAutofit/>
          </a:bodyPr>
          <a:lstStyle/>
          <a:p>
            <a:pPr algn="ctr">
              <a:spcBef>
                <a:spcPts val="500"/>
              </a:spcBef>
            </a:pPr>
            <a:r>
              <a:rPr lang="en-US" sz="3500">
                <a:solidFill>
                  <a:schemeClr val="tx1"/>
                </a:solidFill>
              </a:rPr>
              <a:t>Ayush Srivastava</a:t>
            </a:r>
          </a:p>
          <a:p>
            <a:pPr algn="ctr">
              <a:spcBef>
                <a:spcPts val="500"/>
              </a:spcBef>
            </a:pPr>
            <a:r>
              <a:rPr lang="en-US" sz="1700">
                <a:solidFill>
                  <a:schemeClr val="tx1"/>
                </a:solidFill>
              </a:rPr>
              <a:t>Custom Software Engineering Associate</a:t>
            </a:r>
            <a:endParaRPr lang="en-US">
              <a:solidFill>
                <a:schemeClr val="tx1"/>
              </a:solidFill>
            </a:endParaRPr>
          </a:p>
        </p:txBody>
      </p:sp>
    </p:spTree>
    <p:extLst>
      <p:ext uri="{BB962C8B-B14F-4D97-AF65-F5344CB8AC3E}">
        <p14:creationId xmlns:p14="http://schemas.microsoft.com/office/powerpoint/2010/main" val="8913525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Ion Boardroom</Template>
  <TotalTime>1203</TotalTime>
  <Words>651</Words>
  <Application>Microsoft Office PowerPoint</Application>
  <PresentationFormat>Widescreen</PresentationFormat>
  <Paragraphs>111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Ion Boardroom</vt:lpstr>
      <vt:lpstr>Internship Learning Presentation on Enterprise Automation Framework using Playwright</vt:lpstr>
      <vt:lpstr>Project Statement</vt:lpstr>
      <vt:lpstr>Framework Evolution</vt:lpstr>
      <vt:lpstr>Framework Architecture</vt:lpstr>
      <vt:lpstr>Key Features Implemented</vt:lpstr>
      <vt:lpstr>Challenges Faced &amp; Solutions</vt:lpstr>
      <vt:lpstr>Project Outcomes</vt:lpstr>
      <vt:lpstr>Key Learnings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Srivastava, Ayush</dc:creator>
  <cp:lastModifiedBy>Srivastava, Ayush</cp:lastModifiedBy>
  <cp:revision>2</cp:revision>
  <dcterms:created xsi:type="dcterms:W3CDTF">2026-07-07T09:30:06Z</dcterms:created>
  <dcterms:modified xsi:type="dcterms:W3CDTF">2026-07-08T05:39:44Z</dcterms:modified>
</cp:coreProperties>
</file>